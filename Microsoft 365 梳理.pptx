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6256000" cy="9144000"/>
  <p:notesSz cx="9144000" cy="16256000"/>
  <p:embeddedFontLst>
    <p:embeddedFont>
      <p:font typeface="MiSans" pitchFamily="34" charset="-122"/>
      <p:regular r:id="rId16"/>
    </p:embeddedFont>
    <p:embeddedFont>
      <p:font typeface="MiSans" pitchFamily="34" charset="-120"/>
      <p:regular r:id="rId17"/>
    </p:embeddedFont>
    <p:embeddedFont>
      <p:font typeface="得意黑" pitchFamily="34" charset="-122"/>
      <p:italic r:id="rId18"/>
    </p:embeddedFont>
    <p:embeddedFont>
      <p:font typeface="得意黑" pitchFamily="34" charset="-120"/>
      <p:italic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-dynmedia-1.microsoft.com/bd0ca02f914b0103c38a3c15308629b7fd5deb52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40000"/>
                </a:srgbClr>
              </a:gs>
              <a:gs pos="50000">
                <a:srgbClr val="1A1D21">
                  <a:alpha val="6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3400" y="934773"/>
            <a:ext cx="4356100" cy="660400"/>
          </a:xfrm>
          <a:custGeom>
            <a:avLst/>
            <a:gdLst/>
            <a:ahLst/>
            <a:cxnLst/>
            <a:rect l="l" t="t" r="r" b="b"/>
            <a:pathLst>
              <a:path w="4356100" h="660400">
                <a:moveTo>
                  <a:pt x="0" y="0"/>
                </a:moveTo>
                <a:lnTo>
                  <a:pt x="4356100" y="0"/>
                </a:lnTo>
                <a:lnTo>
                  <a:pt x="43561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3E8ACC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934773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6" name="Shape 3"/>
          <p:cNvSpPr/>
          <p:nvPr/>
        </p:nvSpPr>
        <p:spPr>
          <a:xfrm>
            <a:off x="850900" y="111257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7" name="Text 4"/>
          <p:cNvSpPr/>
          <p:nvPr/>
        </p:nvSpPr>
        <p:spPr>
          <a:xfrm>
            <a:off x="1346200" y="1087173"/>
            <a:ext cx="341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PRODUCTIVITY MASTERY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2001573"/>
            <a:ext cx="15849600" cy="4025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6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Microsoft 365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9600" b="1" dirty="0">
                <a:solidFill>
                  <a:srgbClr val="3E8ACC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核心技能与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9600" b="1" dirty="0">
                <a:solidFill>
                  <a:srgbClr val="4EC3A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608895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0" name="Text 7"/>
          <p:cNvSpPr/>
          <p:nvPr/>
        </p:nvSpPr>
        <p:spPr>
          <a:xfrm>
            <a:off x="2844800" y="6431095"/>
            <a:ext cx="3619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学习总结与重点梳理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8000" y="7924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CC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30250" y="8128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19050"/>
                </a:moveTo>
                <a:lnTo>
                  <a:pt x="127754" y="19050"/>
                </a:lnTo>
                <a:lnTo>
                  <a:pt x="127754" y="146804"/>
                </a:lnTo>
                <a:lnTo>
                  <a:pt x="0" y="146804"/>
                </a:lnTo>
                <a:lnTo>
                  <a:pt x="0" y="19050"/>
                </a:lnTo>
                <a:close/>
                <a:moveTo>
                  <a:pt x="138946" y="19050"/>
                </a:moveTo>
                <a:lnTo>
                  <a:pt x="266700" y="19050"/>
                </a:lnTo>
                <a:lnTo>
                  <a:pt x="266700" y="146804"/>
                </a:lnTo>
                <a:lnTo>
                  <a:pt x="138946" y="146804"/>
                </a:lnTo>
                <a:lnTo>
                  <a:pt x="138946" y="19050"/>
                </a:lnTo>
                <a:close/>
                <a:moveTo>
                  <a:pt x="0" y="157996"/>
                </a:moveTo>
                <a:lnTo>
                  <a:pt x="127754" y="157996"/>
                </a:lnTo>
                <a:lnTo>
                  <a:pt x="127754" y="285750"/>
                </a:lnTo>
                <a:lnTo>
                  <a:pt x="0" y="285750"/>
                </a:lnTo>
                <a:lnTo>
                  <a:pt x="0" y="157996"/>
                </a:lnTo>
                <a:close/>
                <a:moveTo>
                  <a:pt x="138946" y="157996"/>
                </a:moveTo>
                <a:lnTo>
                  <a:pt x="266700" y="157996"/>
                </a:lnTo>
                <a:lnTo>
                  <a:pt x="266700" y="285750"/>
                </a:lnTo>
                <a:lnTo>
                  <a:pt x="138946" y="285750"/>
                </a:lnTo>
                <a:lnTo>
                  <a:pt x="138946" y="157996"/>
                </a:lnTo>
                <a:close/>
              </a:path>
            </a:pathLst>
          </a:custGeom>
          <a:solidFill>
            <a:srgbClr val="3E8ACC"/>
          </a:solidFill>
        </p:spPr>
      </p:sp>
      <p:sp>
        <p:nvSpPr>
          <p:cNvPr id="13" name="Text 10"/>
          <p:cNvSpPr/>
          <p:nvPr/>
        </p:nvSpPr>
        <p:spPr>
          <a:xfrm>
            <a:off x="1371600" y="7950200"/>
            <a:ext cx="1549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8255000"/>
            <a:ext cx="1574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Microsoft 365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41543" y="7924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EC3A1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444743" y="812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7" name="Text 14"/>
          <p:cNvSpPr/>
          <p:nvPr/>
        </p:nvSpPr>
        <p:spPr>
          <a:xfrm>
            <a:off x="4105143" y="79502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Focus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05143" y="8255000"/>
            <a:ext cx="113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96861" y="8102600"/>
            <a:ext cx="64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0" y="0"/>
                </a:moveTo>
                <a:lnTo>
                  <a:pt x="76200" y="0"/>
                </a:lnTo>
                <a:lnTo>
                  <a:pt x="76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3" name="Text 1"/>
          <p:cNvSpPr/>
          <p:nvPr/>
        </p:nvSpPr>
        <p:spPr>
          <a:xfrm>
            <a:off x="787400" y="508000"/>
            <a:ext cx="1066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7400" y="812800"/>
            <a:ext cx="1282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032000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6" name="Shape 4"/>
          <p:cNvSpPr/>
          <p:nvPr/>
        </p:nvSpPr>
        <p:spPr>
          <a:xfrm>
            <a:off x="533400" y="2032000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7" name="Shape 5"/>
          <p:cNvSpPr/>
          <p:nvPr/>
        </p:nvSpPr>
        <p:spPr>
          <a:xfrm>
            <a:off x="863600" y="254846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Text 6"/>
          <p:cNvSpPr/>
          <p:nvPr/>
        </p:nvSpPr>
        <p:spPr>
          <a:xfrm>
            <a:off x="1122098" y="2726267"/>
            <a:ext cx="482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30400" y="2548467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Office 365概览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0400" y="3056468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超越单机版：探索云服务与实时协作的核心价值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59650" y="2802467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3E8ACC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255000" y="2032000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13" name="Shape 11"/>
          <p:cNvSpPr/>
          <p:nvPr/>
        </p:nvSpPr>
        <p:spPr>
          <a:xfrm>
            <a:off x="8255000" y="2032000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4" name="Shape 12"/>
          <p:cNvSpPr/>
          <p:nvPr/>
        </p:nvSpPr>
        <p:spPr>
          <a:xfrm>
            <a:off x="8585200" y="254846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5" name="Text 13"/>
          <p:cNvSpPr/>
          <p:nvPr/>
        </p:nvSpPr>
        <p:spPr>
          <a:xfrm>
            <a:off x="8818959" y="2726267"/>
            <a:ext cx="53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2000" y="2548467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Word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0" y="3056468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高效文档处理与协作：样式排版、审阅功能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138400" y="2802467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80605" y="163592"/>
                </a:moveTo>
                <a:cubicBezTo>
                  <a:pt x="78879" y="155912"/>
                  <a:pt x="71259" y="151031"/>
                  <a:pt x="63579" y="152757"/>
                </a:cubicBezTo>
                <a:cubicBezTo>
                  <a:pt x="55900" y="154484"/>
                  <a:pt x="51018" y="162104"/>
                  <a:pt x="52745" y="169783"/>
                </a:cubicBezTo>
                <a:lnTo>
                  <a:pt x="71795" y="255508"/>
                </a:lnTo>
                <a:cubicBezTo>
                  <a:pt x="73164" y="261759"/>
                  <a:pt x="78581" y="266343"/>
                  <a:pt x="85011" y="266700"/>
                </a:cubicBezTo>
                <a:cubicBezTo>
                  <a:pt x="91440" y="267057"/>
                  <a:pt x="97274" y="263069"/>
                  <a:pt x="99298" y="256937"/>
                </a:cubicBezTo>
                <a:lnTo>
                  <a:pt x="114300" y="211872"/>
                </a:lnTo>
                <a:lnTo>
                  <a:pt x="129302" y="256937"/>
                </a:lnTo>
                <a:cubicBezTo>
                  <a:pt x="131326" y="263009"/>
                  <a:pt x="137160" y="266998"/>
                  <a:pt x="143589" y="266700"/>
                </a:cubicBezTo>
                <a:cubicBezTo>
                  <a:pt x="150019" y="266402"/>
                  <a:pt x="155436" y="261818"/>
                  <a:pt x="156805" y="255508"/>
                </a:cubicBezTo>
                <a:lnTo>
                  <a:pt x="175855" y="169783"/>
                </a:lnTo>
                <a:cubicBezTo>
                  <a:pt x="177582" y="162104"/>
                  <a:pt x="172700" y="154424"/>
                  <a:pt x="165021" y="152757"/>
                </a:cubicBezTo>
                <a:cubicBezTo>
                  <a:pt x="157341" y="151090"/>
                  <a:pt x="149662" y="155912"/>
                  <a:pt x="147995" y="163592"/>
                </a:cubicBezTo>
                <a:lnTo>
                  <a:pt x="140137" y="198953"/>
                </a:lnTo>
                <a:lnTo>
                  <a:pt x="127873" y="162163"/>
                </a:lnTo>
                <a:cubicBezTo>
                  <a:pt x="125909" y="156329"/>
                  <a:pt x="120491" y="152400"/>
                  <a:pt x="114300" y="152400"/>
                </a:cubicBezTo>
                <a:cubicBezTo>
                  <a:pt x="108109" y="152400"/>
                  <a:pt x="102691" y="156329"/>
                  <a:pt x="100727" y="162163"/>
                </a:cubicBezTo>
                <a:lnTo>
                  <a:pt x="88463" y="198953"/>
                </a:lnTo>
                <a:lnTo>
                  <a:pt x="80605" y="163592"/>
                </a:lnTo>
                <a:close/>
              </a:path>
            </a:pathLst>
          </a:custGeom>
          <a:solidFill>
            <a:srgbClr val="3E8ACC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33400" y="4080934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0" name="Shape 18"/>
          <p:cNvSpPr/>
          <p:nvPr/>
        </p:nvSpPr>
        <p:spPr>
          <a:xfrm>
            <a:off x="533400" y="4080934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1" name="Shape 19"/>
          <p:cNvSpPr/>
          <p:nvPr/>
        </p:nvSpPr>
        <p:spPr>
          <a:xfrm>
            <a:off x="863600" y="4597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2" name="Text 20"/>
          <p:cNvSpPr/>
          <p:nvPr/>
        </p:nvSpPr>
        <p:spPr>
          <a:xfrm>
            <a:off x="1094317" y="4775200"/>
            <a:ext cx="54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30400" y="4597400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Excel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30400" y="5105400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数据管理与分析：数据规范化、核心函数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16800" y="4851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7631" y="158770"/>
                </a:moveTo>
                <a:cubicBezTo>
                  <a:pt x="93226" y="152221"/>
                  <a:pt x="84356" y="150435"/>
                  <a:pt x="77807" y="154781"/>
                </a:cubicBezTo>
                <a:cubicBezTo>
                  <a:pt x="71259" y="159127"/>
                  <a:pt x="69473" y="168057"/>
                  <a:pt x="73819" y="174605"/>
                </a:cubicBezTo>
                <a:lnTo>
                  <a:pt x="97155" y="209550"/>
                </a:lnTo>
                <a:lnTo>
                  <a:pt x="73819" y="244495"/>
                </a:lnTo>
                <a:cubicBezTo>
                  <a:pt x="69413" y="251043"/>
                  <a:pt x="71199" y="259913"/>
                  <a:pt x="77807" y="264319"/>
                </a:cubicBezTo>
                <a:cubicBezTo>
                  <a:pt x="84415" y="268724"/>
                  <a:pt x="93226" y="266938"/>
                  <a:pt x="97631" y="260330"/>
                </a:cubicBezTo>
                <a:lnTo>
                  <a:pt x="114300" y="235327"/>
                </a:lnTo>
                <a:lnTo>
                  <a:pt x="130969" y="260330"/>
                </a:lnTo>
                <a:cubicBezTo>
                  <a:pt x="135374" y="266879"/>
                  <a:pt x="144244" y="268665"/>
                  <a:pt x="150793" y="264319"/>
                </a:cubicBezTo>
                <a:cubicBezTo>
                  <a:pt x="157341" y="259973"/>
                  <a:pt x="159127" y="251043"/>
                  <a:pt x="154781" y="244495"/>
                </a:cubicBezTo>
                <a:lnTo>
                  <a:pt x="131445" y="209550"/>
                </a:lnTo>
                <a:lnTo>
                  <a:pt x="154781" y="174605"/>
                </a:lnTo>
                <a:cubicBezTo>
                  <a:pt x="159187" y="168057"/>
                  <a:pt x="157401" y="159187"/>
                  <a:pt x="150793" y="154781"/>
                </a:cubicBezTo>
                <a:cubicBezTo>
                  <a:pt x="144185" y="150376"/>
                  <a:pt x="135374" y="152162"/>
                  <a:pt x="130969" y="158770"/>
                </a:cubicBezTo>
                <a:lnTo>
                  <a:pt x="114300" y="183773"/>
                </a:lnTo>
                <a:lnTo>
                  <a:pt x="97631" y="158770"/>
                </a:lnTo>
                <a:close/>
              </a:path>
            </a:pathLst>
          </a:custGeom>
          <a:solidFill>
            <a:srgbClr val="4EC3A1">
              <a:alpha val="4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255000" y="4080934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7" name="Shape 25"/>
          <p:cNvSpPr/>
          <p:nvPr/>
        </p:nvSpPr>
        <p:spPr>
          <a:xfrm>
            <a:off x="8255000" y="4080934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8" name="Shape 26"/>
          <p:cNvSpPr/>
          <p:nvPr/>
        </p:nvSpPr>
        <p:spPr>
          <a:xfrm>
            <a:off x="8585200" y="4597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9" name="Text 27"/>
          <p:cNvSpPr/>
          <p:nvPr/>
        </p:nvSpPr>
        <p:spPr>
          <a:xfrm>
            <a:off x="8813668" y="4775200"/>
            <a:ext cx="54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52000" y="4597400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52000" y="5105400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设计简洁专业演示文稿：母版、动画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138400" y="4851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0488" y="152400"/>
                </a:moveTo>
                <a:cubicBezTo>
                  <a:pt x="82570" y="152400"/>
                  <a:pt x="76200" y="158770"/>
                  <a:pt x="76200" y="166688"/>
                </a:cubicBezTo>
                <a:lnTo>
                  <a:pt x="76200" y="252413"/>
                </a:lnTo>
                <a:cubicBezTo>
                  <a:pt x="76200" y="260330"/>
                  <a:pt x="82570" y="266700"/>
                  <a:pt x="90488" y="266700"/>
                </a:cubicBezTo>
                <a:cubicBezTo>
                  <a:pt x="98405" y="266700"/>
                  <a:pt x="104775" y="260330"/>
                  <a:pt x="104775" y="252413"/>
                </a:cubicBezTo>
                <a:lnTo>
                  <a:pt x="104775" y="238125"/>
                </a:lnTo>
                <a:lnTo>
                  <a:pt x="119062" y="238125"/>
                </a:lnTo>
                <a:cubicBezTo>
                  <a:pt x="142756" y="238125"/>
                  <a:pt x="161925" y="218956"/>
                  <a:pt x="161925" y="195263"/>
                </a:cubicBezTo>
                <a:cubicBezTo>
                  <a:pt x="161925" y="171569"/>
                  <a:pt x="142756" y="152400"/>
                  <a:pt x="119062" y="152400"/>
                </a:cubicBezTo>
                <a:lnTo>
                  <a:pt x="90488" y="152400"/>
                </a:lnTo>
                <a:close/>
                <a:moveTo>
                  <a:pt x="119062" y="209550"/>
                </a:moveTo>
                <a:lnTo>
                  <a:pt x="104775" y="209550"/>
                </a:lnTo>
                <a:lnTo>
                  <a:pt x="104775" y="180975"/>
                </a:lnTo>
                <a:lnTo>
                  <a:pt x="119062" y="180975"/>
                </a:lnTo>
                <a:cubicBezTo>
                  <a:pt x="126980" y="180975"/>
                  <a:pt x="133350" y="187345"/>
                  <a:pt x="133350" y="195263"/>
                </a:cubicBezTo>
                <a:cubicBezTo>
                  <a:pt x="133350" y="203180"/>
                  <a:pt x="126980" y="209550"/>
                  <a:pt x="119062" y="209550"/>
                </a:cubicBezTo>
                <a:close/>
              </a:path>
            </a:pathLst>
          </a:custGeom>
          <a:solidFill>
            <a:srgbClr val="4EC3A1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533400" y="6129868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34" name="Shape 32"/>
          <p:cNvSpPr/>
          <p:nvPr/>
        </p:nvSpPr>
        <p:spPr>
          <a:xfrm>
            <a:off x="533400" y="6129868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5" name="Shape 33"/>
          <p:cNvSpPr/>
          <p:nvPr/>
        </p:nvSpPr>
        <p:spPr>
          <a:xfrm>
            <a:off x="863600" y="664633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6" name="Text 34"/>
          <p:cNvSpPr/>
          <p:nvPr/>
        </p:nvSpPr>
        <p:spPr>
          <a:xfrm>
            <a:off x="1094317" y="6824134"/>
            <a:ext cx="54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930400" y="6646334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OneDrive与Teams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930400" y="7154334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云协作核心：连接人与工作的完整生态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40600" y="6900334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6A7B8C">
              <a:alpha val="4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8255000" y="6129868"/>
            <a:ext cx="7493000" cy="1841500"/>
          </a:xfrm>
          <a:custGeom>
            <a:avLst/>
            <a:gdLst/>
            <a:ahLst/>
            <a:cxnLst/>
            <a:rect l="l" t="t" r="r" b="b"/>
            <a:pathLst>
              <a:path w="7493000" h="1841500">
                <a:moveTo>
                  <a:pt x="50800" y="0"/>
                </a:moveTo>
                <a:lnTo>
                  <a:pt x="7340597" y="0"/>
                </a:lnTo>
                <a:cubicBezTo>
                  <a:pt x="7424767" y="0"/>
                  <a:pt x="7493000" y="68233"/>
                  <a:pt x="7493000" y="152403"/>
                </a:cubicBezTo>
                <a:lnTo>
                  <a:pt x="7493000" y="1689097"/>
                </a:lnTo>
                <a:cubicBezTo>
                  <a:pt x="7493000" y="1773267"/>
                  <a:pt x="7424767" y="1841500"/>
                  <a:pt x="7340597" y="1841500"/>
                </a:cubicBez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41" name="Shape 39"/>
          <p:cNvSpPr/>
          <p:nvPr/>
        </p:nvSpPr>
        <p:spPr>
          <a:xfrm>
            <a:off x="8255000" y="6129868"/>
            <a:ext cx="50800" cy="1841500"/>
          </a:xfrm>
          <a:custGeom>
            <a:avLst/>
            <a:gdLst/>
            <a:ahLst/>
            <a:cxnLst/>
            <a:rect l="l" t="t" r="r" b="b"/>
            <a:pathLst>
              <a:path w="50800" h="1841500">
                <a:moveTo>
                  <a:pt x="50800" y="0"/>
                </a:moveTo>
                <a:lnTo>
                  <a:pt x="50800" y="0"/>
                </a:lnTo>
                <a:lnTo>
                  <a:pt x="50800" y="1841500"/>
                </a:lnTo>
                <a:lnTo>
                  <a:pt x="50800" y="1841500"/>
                </a:lnTo>
                <a:cubicBezTo>
                  <a:pt x="22763" y="1841500"/>
                  <a:pt x="0" y="1818737"/>
                  <a:pt x="0" y="1790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2" name="Shape 40"/>
          <p:cNvSpPr/>
          <p:nvPr/>
        </p:nvSpPr>
        <p:spPr>
          <a:xfrm>
            <a:off x="8585200" y="664633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3" name="Text 41"/>
          <p:cNvSpPr/>
          <p:nvPr/>
        </p:nvSpPr>
        <p:spPr>
          <a:xfrm>
            <a:off x="8807715" y="6824134"/>
            <a:ext cx="55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52000" y="6646334"/>
            <a:ext cx="5308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总结与核心技巧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652000" y="7154334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思维转变与习惯养成，迈向高效办公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5138400" y="6900334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6A7B8C">
              <a:alpha val="4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150519" y="834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8" name="Text 46"/>
          <p:cNvSpPr/>
          <p:nvPr/>
        </p:nvSpPr>
        <p:spPr>
          <a:xfrm>
            <a:off x="4556919" y="8280400"/>
            <a:ext cx="7696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本演示文稿共包含 </a:t>
            </a: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 个章节</a:t>
            </a:r>
            <a:r>
              <a:rPr lang="en-US" sz="18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，覆盖 Microsoft 365 核心应用的高效使用技巧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417" y="557059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51928" y="0"/>
                </a:moveTo>
                <a:lnTo>
                  <a:pt x="557056" y="0"/>
                </a:lnTo>
                <a:cubicBezTo>
                  <a:pt x="640908" y="0"/>
                  <a:pt x="708984" y="68077"/>
                  <a:pt x="708984" y="151928"/>
                </a:cubicBezTo>
                <a:lnTo>
                  <a:pt x="708984" y="557056"/>
                </a:lnTo>
                <a:cubicBezTo>
                  <a:pt x="708984" y="640964"/>
                  <a:pt x="640964" y="708984"/>
                  <a:pt x="557056" y="708984"/>
                </a:cubicBezTo>
                <a:lnTo>
                  <a:pt x="151928" y="708984"/>
                </a:lnTo>
                <a:cubicBezTo>
                  <a:pt x="68021" y="708984"/>
                  <a:pt x="0" y="640964"/>
                  <a:pt x="0" y="557056"/>
                </a:cubicBezTo>
                <a:lnTo>
                  <a:pt x="0" y="151928"/>
                </a:lnTo>
                <a:cubicBezTo>
                  <a:pt x="0" y="68077"/>
                  <a:pt x="68077" y="0"/>
                  <a:pt x="151928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" name="Text 1"/>
          <p:cNvSpPr/>
          <p:nvPr/>
        </p:nvSpPr>
        <p:spPr>
          <a:xfrm>
            <a:off x="743009" y="708984"/>
            <a:ext cx="392474" cy="4051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5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969" y="506417"/>
            <a:ext cx="14420237" cy="253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kern="0" spc="279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969" y="810268"/>
            <a:ext cx="14559502" cy="506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9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Office 365概览：超越单机版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1738" y="1620536"/>
            <a:ext cx="9014231" cy="2278879"/>
          </a:xfrm>
          <a:custGeom>
            <a:avLst/>
            <a:gdLst/>
            <a:ahLst/>
            <a:cxnLst/>
            <a:rect l="l" t="t" r="r" b="b"/>
            <a:pathLst>
              <a:path w="9014231" h="2278879">
                <a:moveTo>
                  <a:pt x="50642" y="0"/>
                </a:moveTo>
                <a:lnTo>
                  <a:pt x="8862298" y="0"/>
                </a:lnTo>
                <a:cubicBezTo>
                  <a:pt x="8946208" y="0"/>
                  <a:pt x="9014231" y="68023"/>
                  <a:pt x="9014231" y="151933"/>
                </a:cubicBezTo>
                <a:lnTo>
                  <a:pt x="9014231" y="2126946"/>
                </a:lnTo>
                <a:cubicBezTo>
                  <a:pt x="9014231" y="2210856"/>
                  <a:pt x="8946208" y="2278879"/>
                  <a:pt x="8862298" y="2278879"/>
                </a:cubicBezTo>
                <a:lnTo>
                  <a:pt x="50642" y="2278879"/>
                </a:lnTo>
                <a:cubicBezTo>
                  <a:pt x="22673" y="2278879"/>
                  <a:pt x="0" y="2256205"/>
                  <a:pt x="0" y="222823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7" name="Shape 5"/>
          <p:cNvSpPr/>
          <p:nvPr/>
        </p:nvSpPr>
        <p:spPr>
          <a:xfrm>
            <a:off x="531738" y="1620536"/>
            <a:ext cx="50642" cy="2278879"/>
          </a:xfrm>
          <a:custGeom>
            <a:avLst/>
            <a:gdLst/>
            <a:ahLst/>
            <a:cxnLst/>
            <a:rect l="l" t="t" r="r" b="b"/>
            <a:pathLst>
              <a:path w="50642" h="2278879">
                <a:moveTo>
                  <a:pt x="50642" y="0"/>
                </a:moveTo>
                <a:lnTo>
                  <a:pt x="50642" y="0"/>
                </a:lnTo>
                <a:lnTo>
                  <a:pt x="50642" y="2278879"/>
                </a:lnTo>
                <a:lnTo>
                  <a:pt x="50642" y="2278879"/>
                </a:lnTo>
                <a:cubicBezTo>
                  <a:pt x="22673" y="2278879"/>
                  <a:pt x="0" y="2256205"/>
                  <a:pt x="0" y="222823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860910" y="1924386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01286" y="0"/>
                </a:moveTo>
                <a:lnTo>
                  <a:pt x="506415" y="0"/>
                </a:lnTo>
                <a:cubicBezTo>
                  <a:pt x="562354" y="0"/>
                  <a:pt x="607701" y="45347"/>
                  <a:pt x="607701" y="101286"/>
                </a:cubicBezTo>
                <a:lnTo>
                  <a:pt x="607701" y="506415"/>
                </a:lnTo>
                <a:cubicBezTo>
                  <a:pt x="607701" y="562354"/>
                  <a:pt x="562354" y="607701"/>
                  <a:pt x="506415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3E8ACC">
              <a:alpha val="2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038156" y="2101632"/>
            <a:ext cx="253209" cy="253209"/>
          </a:xfrm>
          <a:custGeom>
            <a:avLst/>
            <a:gdLst/>
            <a:ahLst/>
            <a:cxnLst/>
            <a:rect l="l" t="t" r="r" b="b"/>
            <a:pathLst>
              <a:path w="253209" h="253209">
                <a:moveTo>
                  <a:pt x="237433" y="94953"/>
                </a:moveTo>
                <a:lnTo>
                  <a:pt x="241340" y="94953"/>
                </a:lnTo>
                <a:cubicBezTo>
                  <a:pt x="247917" y="94953"/>
                  <a:pt x="253209" y="89662"/>
                  <a:pt x="253209" y="83084"/>
                </a:cubicBezTo>
                <a:lnTo>
                  <a:pt x="253209" y="11869"/>
                </a:lnTo>
                <a:cubicBezTo>
                  <a:pt x="253209" y="7072"/>
                  <a:pt x="250340" y="2720"/>
                  <a:pt x="245889" y="890"/>
                </a:cubicBezTo>
                <a:cubicBezTo>
                  <a:pt x="241438" y="-940"/>
                  <a:pt x="236345" y="99"/>
                  <a:pt x="232932" y="3462"/>
                </a:cubicBezTo>
                <a:lnTo>
                  <a:pt x="207364" y="29079"/>
                </a:lnTo>
                <a:cubicBezTo>
                  <a:pt x="185456" y="10930"/>
                  <a:pt x="157266" y="0"/>
                  <a:pt x="126604" y="0"/>
                </a:cubicBezTo>
                <a:cubicBezTo>
                  <a:pt x="62808" y="0"/>
                  <a:pt x="10039" y="47180"/>
                  <a:pt x="1286" y="108553"/>
                </a:cubicBezTo>
                <a:cubicBezTo>
                  <a:pt x="49" y="117208"/>
                  <a:pt x="6033" y="125220"/>
                  <a:pt x="14688" y="126456"/>
                </a:cubicBezTo>
                <a:cubicBezTo>
                  <a:pt x="23343" y="127692"/>
                  <a:pt x="31354" y="121659"/>
                  <a:pt x="32591" y="113054"/>
                </a:cubicBezTo>
                <a:cubicBezTo>
                  <a:pt x="39168" y="67011"/>
                  <a:pt x="78782" y="31651"/>
                  <a:pt x="126604" y="31651"/>
                </a:cubicBezTo>
                <a:cubicBezTo>
                  <a:pt x="148562" y="31651"/>
                  <a:pt x="168740" y="39069"/>
                  <a:pt x="184813" y="51581"/>
                </a:cubicBezTo>
                <a:lnTo>
                  <a:pt x="161717" y="74677"/>
                </a:lnTo>
                <a:cubicBezTo>
                  <a:pt x="158305" y="78089"/>
                  <a:pt x="157316" y="83183"/>
                  <a:pt x="159146" y="87634"/>
                </a:cubicBezTo>
                <a:cubicBezTo>
                  <a:pt x="160975" y="92085"/>
                  <a:pt x="165327" y="94953"/>
                  <a:pt x="170125" y="94953"/>
                </a:cubicBezTo>
                <a:lnTo>
                  <a:pt x="237433" y="94953"/>
                </a:lnTo>
                <a:close/>
                <a:moveTo>
                  <a:pt x="251972" y="144655"/>
                </a:moveTo>
                <a:cubicBezTo>
                  <a:pt x="253209" y="136001"/>
                  <a:pt x="247175" y="127989"/>
                  <a:pt x="238570" y="126753"/>
                </a:cubicBezTo>
                <a:cubicBezTo>
                  <a:pt x="229965" y="125516"/>
                  <a:pt x="221904" y="131550"/>
                  <a:pt x="220667" y="140155"/>
                </a:cubicBezTo>
                <a:cubicBezTo>
                  <a:pt x="214090" y="186148"/>
                  <a:pt x="174477" y="221508"/>
                  <a:pt x="126654" y="221508"/>
                </a:cubicBezTo>
                <a:cubicBezTo>
                  <a:pt x="104696" y="221508"/>
                  <a:pt x="84518" y="214090"/>
                  <a:pt x="68445" y="201578"/>
                </a:cubicBezTo>
                <a:lnTo>
                  <a:pt x="91491" y="178532"/>
                </a:lnTo>
                <a:cubicBezTo>
                  <a:pt x="94904" y="175120"/>
                  <a:pt x="95893" y="170026"/>
                  <a:pt x="94063" y="165575"/>
                </a:cubicBezTo>
                <a:cubicBezTo>
                  <a:pt x="92233" y="161124"/>
                  <a:pt x="87881" y="158255"/>
                  <a:pt x="83084" y="158255"/>
                </a:cubicBezTo>
                <a:lnTo>
                  <a:pt x="11869" y="158255"/>
                </a:lnTo>
                <a:cubicBezTo>
                  <a:pt x="5292" y="158255"/>
                  <a:pt x="0" y="163547"/>
                  <a:pt x="0" y="170125"/>
                </a:cubicBezTo>
                <a:lnTo>
                  <a:pt x="0" y="241340"/>
                </a:lnTo>
                <a:cubicBezTo>
                  <a:pt x="0" y="246137"/>
                  <a:pt x="2868" y="250489"/>
                  <a:pt x="7319" y="252319"/>
                </a:cubicBezTo>
                <a:cubicBezTo>
                  <a:pt x="11770" y="254148"/>
                  <a:pt x="16864" y="253110"/>
                  <a:pt x="20276" y="249747"/>
                </a:cubicBezTo>
                <a:lnTo>
                  <a:pt x="45894" y="224129"/>
                </a:lnTo>
                <a:cubicBezTo>
                  <a:pt x="67753" y="242279"/>
                  <a:pt x="95942" y="253209"/>
                  <a:pt x="126604" y="253209"/>
                </a:cubicBezTo>
                <a:cubicBezTo>
                  <a:pt x="190401" y="253209"/>
                  <a:pt x="243169" y="206029"/>
                  <a:pt x="251923" y="144655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0" name="Text 8"/>
          <p:cNvSpPr/>
          <p:nvPr/>
        </p:nvSpPr>
        <p:spPr>
          <a:xfrm>
            <a:off x="1671178" y="1924386"/>
            <a:ext cx="7697545" cy="354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订阅制模式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71178" y="2380162"/>
            <a:ext cx="7672224" cy="6583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与传统一次性购买不同，Office 365采用订阅制模式，用户可</a:t>
            </a:r>
            <a:r>
              <a:rPr lang="en-US" sz="159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持续获取最新功能与安全更新</a:t>
            </a: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，确保软件始终保持最新状态，无需等待下一个主版本发布。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71178" y="3190430"/>
            <a:ext cx="1696498" cy="405134"/>
          </a:xfrm>
          <a:custGeom>
            <a:avLst/>
            <a:gdLst/>
            <a:ahLst/>
            <a:cxnLst/>
            <a:rect l="l" t="t" r="r" b="b"/>
            <a:pathLst>
              <a:path w="1696498" h="405134">
                <a:moveTo>
                  <a:pt x="101283" y="0"/>
                </a:moveTo>
                <a:lnTo>
                  <a:pt x="1595215" y="0"/>
                </a:lnTo>
                <a:cubicBezTo>
                  <a:pt x="1651152" y="0"/>
                  <a:pt x="1696498" y="45346"/>
                  <a:pt x="1696498" y="101283"/>
                </a:cubicBezTo>
                <a:lnTo>
                  <a:pt x="1696498" y="303850"/>
                </a:lnTo>
                <a:cubicBezTo>
                  <a:pt x="1696498" y="359788"/>
                  <a:pt x="1651152" y="405134"/>
                  <a:pt x="1595215" y="405134"/>
                </a:cubicBezTo>
                <a:lnTo>
                  <a:pt x="101283" y="405134"/>
                </a:lnTo>
                <a:cubicBezTo>
                  <a:pt x="45346" y="405134"/>
                  <a:pt x="0" y="359788"/>
                  <a:pt x="0" y="303850"/>
                </a:cubicBezTo>
                <a:lnTo>
                  <a:pt x="0" y="101283"/>
                </a:lnTo>
                <a:cubicBezTo>
                  <a:pt x="0" y="45384"/>
                  <a:pt x="45384" y="0"/>
                  <a:pt x="101283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859502" y="3304374"/>
            <a:ext cx="155090" cy="177246"/>
          </a:xfrm>
          <a:custGeom>
            <a:avLst/>
            <a:gdLst/>
            <a:ahLst/>
            <a:cxnLst/>
            <a:rect l="l" t="t" r="r" b="b"/>
            <a:pathLst>
              <a:path w="155090" h="177246">
                <a:moveTo>
                  <a:pt x="150521" y="24267"/>
                </a:moveTo>
                <a:cubicBezTo>
                  <a:pt x="155471" y="27868"/>
                  <a:pt x="156579" y="34791"/>
                  <a:pt x="152979" y="39742"/>
                </a:cubicBezTo>
                <a:lnTo>
                  <a:pt x="64356" y="161599"/>
                </a:lnTo>
                <a:cubicBezTo>
                  <a:pt x="62452" y="164230"/>
                  <a:pt x="59509" y="165857"/>
                  <a:pt x="56255" y="166134"/>
                </a:cubicBezTo>
                <a:cubicBezTo>
                  <a:pt x="53001" y="166411"/>
                  <a:pt x="49850" y="165199"/>
                  <a:pt x="47566" y="162914"/>
                </a:cubicBezTo>
                <a:lnTo>
                  <a:pt x="3254" y="118603"/>
                </a:lnTo>
                <a:cubicBezTo>
                  <a:pt x="-1073" y="114275"/>
                  <a:pt x="-1073" y="107248"/>
                  <a:pt x="3254" y="102920"/>
                </a:cubicBezTo>
                <a:cubicBezTo>
                  <a:pt x="7581" y="98593"/>
                  <a:pt x="14609" y="98593"/>
                  <a:pt x="18936" y="102920"/>
                </a:cubicBezTo>
                <a:lnTo>
                  <a:pt x="54074" y="138058"/>
                </a:lnTo>
                <a:lnTo>
                  <a:pt x="135081" y="26691"/>
                </a:lnTo>
                <a:cubicBezTo>
                  <a:pt x="138681" y="21740"/>
                  <a:pt x="145605" y="20633"/>
                  <a:pt x="150555" y="2423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14" name="Text 12"/>
          <p:cNvSpPr/>
          <p:nvPr/>
        </p:nvSpPr>
        <p:spPr>
          <a:xfrm>
            <a:off x="2145944" y="3266393"/>
            <a:ext cx="1152100" cy="253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始终保持最新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738" y="4101981"/>
            <a:ext cx="9014231" cy="2126953"/>
          </a:xfrm>
          <a:custGeom>
            <a:avLst/>
            <a:gdLst/>
            <a:ahLst/>
            <a:cxnLst/>
            <a:rect l="l" t="t" r="r" b="b"/>
            <a:pathLst>
              <a:path w="9014231" h="2126953">
                <a:moveTo>
                  <a:pt x="50642" y="0"/>
                </a:moveTo>
                <a:lnTo>
                  <a:pt x="8862302" y="0"/>
                </a:lnTo>
                <a:cubicBezTo>
                  <a:pt x="8946210" y="0"/>
                  <a:pt x="9014231" y="68021"/>
                  <a:pt x="9014231" y="151928"/>
                </a:cubicBezTo>
                <a:lnTo>
                  <a:pt x="9014231" y="1975025"/>
                </a:lnTo>
                <a:cubicBezTo>
                  <a:pt x="9014231" y="2058933"/>
                  <a:pt x="8946210" y="2126953"/>
                  <a:pt x="8862302" y="2126953"/>
                </a:cubicBezTo>
                <a:lnTo>
                  <a:pt x="50642" y="2126953"/>
                </a:lnTo>
                <a:cubicBezTo>
                  <a:pt x="22673" y="2126953"/>
                  <a:pt x="0" y="2104280"/>
                  <a:pt x="0" y="2076312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16" name="Shape 14"/>
          <p:cNvSpPr/>
          <p:nvPr/>
        </p:nvSpPr>
        <p:spPr>
          <a:xfrm>
            <a:off x="531738" y="4101981"/>
            <a:ext cx="50642" cy="2126953"/>
          </a:xfrm>
          <a:custGeom>
            <a:avLst/>
            <a:gdLst/>
            <a:ahLst/>
            <a:cxnLst/>
            <a:rect l="l" t="t" r="r" b="b"/>
            <a:pathLst>
              <a:path w="50642" h="2126953">
                <a:moveTo>
                  <a:pt x="50642" y="0"/>
                </a:moveTo>
                <a:lnTo>
                  <a:pt x="50642" y="0"/>
                </a:lnTo>
                <a:lnTo>
                  <a:pt x="50642" y="2126953"/>
                </a:lnTo>
                <a:lnTo>
                  <a:pt x="50642" y="2126953"/>
                </a:lnTo>
                <a:cubicBezTo>
                  <a:pt x="22673" y="2126953"/>
                  <a:pt x="0" y="2104280"/>
                  <a:pt x="0" y="2076312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17" name="Shape 15"/>
          <p:cNvSpPr/>
          <p:nvPr/>
        </p:nvSpPr>
        <p:spPr>
          <a:xfrm>
            <a:off x="860910" y="4405832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01286" y="0"/>
                </a:moveTo>
                <a:lnTo>
                  <a:pt x="506415" y="0"/>
                </a:lnTo>
                <a:cubicBezTo>
                  <a:pt x="562354" y="0"/>
                  <a:pt x="607701" y="45347"/>
                  <a:pt x="607701" y="101286"/>
                </a:cubicBezTo>
                <a:lnTo>
                  <a:pt x="607701" y="506415"/>
                </a:lnTo>
                <a:cubicBezTo>
                  <a:pt x="607701" y="562354"/>
                  <a:pt x="562354" y="607701"/>
                  <a:pt x="506415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4EC3A1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22330" y="4583078"/>
            <a:ext cx="284860" cy="253209"/>
          </a:xfrm>
          <a:custGeom>
            <a:avLst/>
            <a:gdLst/>
            <a:ahLst/>
            <a:cxnLst/>
            <a:rect l="l" t="t" r="r" b="b"/>
            <a:pathLst>
              <a:path w="284860" h="253209">
                <a:moveTo>
                  <a:pt x="0" y="166168"/>
                </a:moveTo>
                <a:cubicBezTo>
                  <a:pt x="0" y="205485"/>
                  <a:pt x="31898" y="237383"/>
                  <a:pt x="71215" y="237383"/>
                </a:cubicBezTo>
                <a:lnTo>
                  <a:pt x="221558" y="237383"/>
                </a:lnTo>
                <a:cubicBezTo>
                  <a:pt x="256522" y="237383"/>
                  <a:pt x="284860" y="209046"/>
                  <a:pt x="284860" y="174081"/>
                </a:cubicBezTo>
                <a:cubicBezTo>
                  <a:pt x="284860" y="148562"/>
                  <a:pt x="269776" y="126555"/>
                  <a:pt x="248016" y="116565"/>
                </a:cubicBezTo>
                <a:cubicBezTo>
                  <a:pt x="251329" y="110086"/>
                  <a:pt x="253209" y="102718"/>
                  <a:pt x="253209" y="94953"/>
                </a:cubicBezTo>
                <a:cubicBezTo>
                  <a:pt x="253209" y="68742"/>
                  <a:pt x="231943" y="47477"/>
                  <a:pt x="205732" y="47477"/>
                </a:cubicBezTo>
                <a:cubicBezTo>
                  <a:pt x="196979" y="47477"/>
                  <a:pt x="188819" y="49850"/>
                  <a:pt x="181796" y="53955"/>
                </a:cubicBezTo>
                <a:cubicBezTo>
                  <a:pt x="169877" y="31305"/>
                  <a:pt x="146090" y="15826"/>
                  <a:pt x="118692" y="15826"/>
                </a:cubicBezTo>
                <a:cubicBezTo>
                  <a:pt x="79375" y="15826"/>
                  <a:pt x="47477" y="47724"/>
                  <a:pt x="47477" y="87040"/>
                </a:cubicBezTo>
                <a:cubicBezTo>
                  <a:pt x="47477" y="90997"/>
                  <a:pt x="47823" y="94904"/>
                  <a:pt x="48416" y="98662"/>
                </a:cubicBezTo>
                <a:cubicBezTo>
                  <a:pt x="20276" y="108158"/>
                  <a:pt x="0" y="134814"/>
                  <a:pt x="0" y="166168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19" name="Text 17"/>
          <p:cNvSpPr/>
          <p:nvPr/>
        </p:nvSpPr>
        <p:spPr>
          <a:xfrm>
            <a:off x="1671178" y="4405832"/>
            <a:ext cx="7697545" cy="354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OneDrive云核心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1178" y="4861607"/>
            <a:ext cx="7672224" cy="6583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OneDrive作为个人云存储中心，提供</a:t>
            </a:r>
            <a:r>
              <a:rPr lang="en-US" sz="159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文件实时保存与多设备同步</a:t>
            </a: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功能。无论身在何处，都能访问最新文件，告别U盘和邮件附件的繁琐。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07576" y="5709857"/>
            <a:ext cx="155090" cy="177246"/>
          </a:xfrm>
          <a:custGeom>
            <a:avLst/>
            <a:gdLst/>
            <a:ahLst/>
            <a:cxnLst/>
            <a:rect l="l" t="t" r="r" b="b"/>
            <a:pathLst>
              <a:path w="155090" h="177246">
                <a:moveTo>
                  <a:pt x="150521" y="24267"/>
                </a:moveTo>
                <a:cubicBezTo>
                  <a:pt x="155471" y="27868"/>
                  <a:pt x="156579" y="34791"/>
                  <a:pt x="152979" y="39742"/>
                </a:cubicBezTo>
                <a:lnTo>
                  <a:pt x="64356" y="161599"/>
                </a:lnTo>
                <a:cubicBezTo>
                  <a:pt x="62452" y="164230"/>
                  <a:pt x="59509" y="165857"/>
                  <a:pt x="56255" y="166134"/>
                </a:cubicBezTo>
                <a:cubicBezTo>
                  <a:pt x="53001" y="166411"/>
                  <a:pt x="49850" y="165199"/>
                  <a:pt x="47566" y="162914"/>
                </a:cubicBezTo>
                <a:lnTo>
                  <a:pt x="3254" y="118603"/>
                </a:lnTo>
                <a:cubicBezTo>
                  <a:pt x="-1073" y="114275"/>
                  <a:pt x="-1073" y="107248"/>
                  <a:pt x="3254" y="102920"/>
                </a:cubicBezTo>
                <a:cubicBezTo>
                  <a:pt x="7581" y="98593"/>
                  <a:pt x="14609" y="98593"/>
                  <a:pt x="18936" y="102920"/>
                </a:cubicBezTo>
                <a:lnTo>
                  <a:pt x="54074" y="138058"/>
                </a:lnTo>
                <a:lnTo>
                  <a:pt x="135081" y="26691"/>
                </a:lnTo>
                <a:cubicBezTo>
                  <a:pt x="138681" y="21740"/>
                  <a:pt x="145605" y="20633"/>
                  <a:pt x="150555" y="2423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2" name="Text 20"/>
          <p:cNvSpPr/>
          <p:nvPr/>
        </p:nvSpPr>
        <p:spPr>
          <a:xfrm>
            <a:off x="1994019" y="5671875"/>
            <a:ext cx="797607" cy="253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实时保存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91327" y="5709857"/>
            <a:ext cx="155090" cy="177246"/>
          </a:xfrm>
          <a:custGeom>
            <a:avLst/>
            <a:gdLst/>
            <a:ahLst/>
            <a:cxnLst/>
            <a:rect l="l" t="t" r="r" b="b"/>
            <a:pathLst>
              <a:path w="155090" h="177246">
                <a:moveTo>
                  <a:pt x="150521" y="24267"/>
                </a:moveTo>
                <a:cubicBezTo>
                  <a:pt x="155471" y="27868"/>
                  <a:pt x="156579" y="34791"/>
                  <a:pt x="152979" y="39742"/>
                </a:cubicBezTo>
                <a:lnTo>
                  <a:pt x="64356" y="161599"/>
                </a:lnTo>
                <a:cubicBezTo>
                  <a:pt x="62452" y="164230"/>
                  <a:pt x="59509" y="165857"/>
                  <a:pt x="56255" y="166134"/>
                </a:cubicBezTo>
                <a:cubicBezTo>
                  <a:pt x="53001" y="166411"/>
                  <a:pt x="49850" y="165199"/>
                  <a:pt x="47566" y="162914"/>
                </a:cubicBezTo>
                <a:lnTo>
                  <a:pt x="3254" y="118603"/>
                </a:lnTo>
                <a:cubicBezTo>
                  <a:pt x="-1073" y="114275"/>
                  <a:pt x="-1073" y="107248"/>
                  <a:pt x="3254" y="102920"/>
                </a:cubicBezTo>
                <a:cubicBezTo>
                  <a:pt x="7581" y="98593"/>
                  <a:pt x="14609" y="98593"/>
                  <a:pt x="18936" y="102920"/>
                </a:cubicBezTo>
                <a:lnTo>
                  <a:pt x="54074" y="138058"/>
                </a:lnTo>
                <a:lnTo>
                  <a:pt x="135081" y="26691"/>
                </a:lnTo>
                <a:cubicBezTo>
                  <a:pt x="138681" y="21740"/>
                  <a:pt x="145605" y="20633"/>
                  <a:pt x="150555" y="2423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4" name="Text 22"/>
          <p:cNvSpPr/>
          <p:nvPr/>
        </p:nvSpPr>
        <p:spPr>
          <a:xfrm>
            <a:off x="3177769" y="5671875"/>
            <a:ext cx="797607" cy="253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多端同步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1738" y="6431502"/>
            <a:ext cx="9014231" cy="1721819"/>
          </a:xfrm>
          <a:custGeom>
            <a:avLst/>
            <a:gdLst/>
            <a:ahLst/>
            <a:cxnLst/>
            <a:rect l="l" t="t" r="r" b="b"/>
            <a:pathLst>
              <a:path w="9014231" h="1721819">
                <a:moveTo>
                  <a:pt x="50642" y="0"/>
                </a:moveTo>
                <a:lnTo>
                  <a:pt x="8862297" y="0"/>
                </a:lnTo>
                <a:cubicBezTo>
                  <a:pt x="8946208" y="0"/>
                  <a:pt x="9014231" y="68023"/>
                  <a:pt x="9014231" y="151933"/>
                </a:cubicBezTo>
                <a:lnTo>
                  <a:pt x="9014231" y="1569886"/>
                </a:lnTo>
                <a:cubicBezTo>
                  <a:pt x="9014231" y="1653796"/>
                  <a:pt x="8946208" y="1721819"/>
                  <a:pt x="8862297" y="1721819"/>
                </a:cubicBezTo>
                <a:lnTo>
                  <a:pt x="50642" y="1721819"/>
                </a:lnTo>
                <a:cubicBezTo>
                  <a:pt x="22673" y="1721819"/>
                  <a:pt x="0" y="1699146"/>
                  <a:pt x="0" y="1671178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6" name="Shape 24"/>
          <p:cNvSpPr/>
          <p:nvPr/>
        </p:nvSpPr>
        <p:spPr>
          <a:xfrm>
            <a:off x="531738" y="6431502"/>
            <a:ext cx="50642" cy="1721819"/>
          </a:xfrm>
          <a:custGeom>
            <a:avLst/>
            <a:gdLst/>
            <a:ahLst/>
            <a:cxnLst/>
            <a:rect l="l" t="t" r="r" b="b"/>
            <a:pathLst>
              <a:path w="50642" h="1721819">
                <a:moveTo>
                  <a:pt x="50642" y="0"/>
                </a:moveTo>
                <a:lnTo>
                  <a:pt x="50642" y="0"/>
                </a:lnTo>
                <a:lnTo>
                  <a:pt x="50642" y="1721819"/>
                </a:lnTo>
                <a:lnTo>
                  <a:pt x="50642" y="1721819"/>
                </a:lnTo>
                <a:cubicBezTo>
                  <a:pt x="22673" y="1721819"/>
                  <a:pt x="0" y="1699146"/>
                  <a:pt x="0" y="1671178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27" name="Shape 25"/>
          <p:cNvSpPr/>
          <p:nvPr/>
        </p:nvSpPr>
        <p:spPr>
          <a:xfrm>
            <a:off x="860910" y="6735352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01286" y="0"/>
                </a:moveTo>
                <a:lnTo>
                  <a:pt x="506415" y="0"/>
                </a:lnTo>
                <a:cubicBezTo>
                  <a:pt x="562354" y="0"/>
                  <a:pt x="607701" y="45347"/>
                  <a:pt x="607701" y="101286"/>
                </a:cubicBezTo>
                <a:lnTo>
                  <a:pt x="607701" y="506415"/>
                </a:lnTo>
                <a:cubicBezTo>
                  <a:pt x="607701" y="562354"/>
                  <a:pt x="562354" y="607701"/>
                  <a:pt x="506415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6A7B8C">
              <a:alpha val="2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006505" y="6912598"/>
            <a:ext cx="316511" cy="253209"/>
          </a:xfrm>
          <a:custGeom>
            <a:avLst/>
            <a:gdLst/>
            <a:ahLst/>
            <a:cxnLst/>
            <a:rect l="l" t="t" r="r" b="b"/>
            <a:pathLst>
              <a:path w="316511" h="253209">
                <a:moveTo>
                  <a:pt x="158255" y="7913"/>
                </a:moveTo>
                <a:cubicBezTo>
                  <a:pt x="186642" y="7913"/>
                  <a:pt x="209688" y="30959"/>
                  <a:pt x="209688" y="59346"/>
                </a:cubicBezTo>
                <a:cubicBezTo>
                  <a:pt x="209688" y="87732"/>
                  <a:pt x="186642" y="110779"/>
                  <a:pt x="158255" y="110779"/>
                </a:cubicBezTo>
                <a:cubicBezTo>
                  <a:pt x="129869" y="110779"/>
                  <a:pt x="106822" y="87732"/>
                  <a:pt x="106822" y="59346"/>
                </a:cubicBezTo>
                <a:cubicBezTo>
                  <a:pt x="106822" y="30959"/>
                  <a:pt x="129869" y="7913"/>
                  <a:pt x="158255" y="7913"/>
                </a:cubicBezTo>
                <a:close/>
                <a:moveTo>
                  <a:pt x="47477" y="43520"/>
                </a:moveTo>
                <a:cubicBezTo>
                  <a:pt x="67129" y="43520"/>
                  <a:pt x="83084" y="59475"/>
                  <a:pt x="83084" y="79128"/>
                </a:cubicBezTo>
                <a:cubicBezTo>
                  <a:pt x="83084" y="98780"/>
                  <a:pt x="67129" y="114735"/>
                  <a:pt x="47477" y="114735"/>
                </a:cubicBezTo>
                <a:cubicBezTo>
                  <a:pt x="27824" y="114735"/>
                  <a:pt x="11869" y="98780"/>
                  <a:pt x="11869" y="79128"/>
                </a:cubicBezTo>
                <a:cubicBezTo>
                  <a:pt x="11869" y="59475"/>
                  <a:pt x="27824" y="43520"/>
                  <a:pt x="47477" y="43520"/>
                </a:cubicBezTo>
                <a:close/>
                <a:moveTo>
                  <a:pt x="0" y="205732"/>
                </a:moveTo>
                <a:cubicBezTo>
                  <a:pt x="0" y="170768"/>
                  <a:pt x="28338" y="142430"/>
                  <a:pt x="63302" y="142430"/>
                </a:cubicBezTo>
                <a:cubicBezTo>
                  <a:pt x="69632" y="142430"/>
                  <a:pt x="75765" y="143370"/>
                  <a:pt x="81551" y="145100"/>
                </a:cubicBezTo>
                <a:cubicBezTo>
                  <a:pt x="65280" y="163300"/>
                  <a:pt x="55389" y="187335"/>
                  <a:pt x="55389" y="213645"/>
                </a:cubicBezTo>
                <a:lnTo>
                  <a:pt x="55389" y="221558"/>
                </a:lnTo>
                <a:cubicBezTo>
                  <a:pt x="55389" y="227195"/>
                  <a:pt x="56576" y="232537"/>
                  <a:pt x="58703" y="237383"/>
                </a:cubicBezTo>
                <a:lnTo>
                  <a:pt x="15826" y="237383"/>
                </a:lnTo>
                <a:cubicBezTo>
                  <a:pt x="7072" y="237383"/>
                  <a:pt x="0" y="230311"/>
                  <a:pt x="0" y="221558"/>
                </a:cubicBezTo>
                <a:lnTo>
                  <a:pt x="0" y="205732"/>
                </a:lnTo>
                <a:close/>
                <a:moveTo>
                  <a:pt x="257808" y="237383"/>
                </a:moveTo>
                <a:cubicBezTo>
                  <a:pt x="259935" y="232537"/>
                  <a:pt x="261121" y="227195"/>
                  <a:pt x="261121" y="221558"/>
                </a:cubicBezTo>
                <a:lnTo>
                  <a:pt x="261121" y="213645"/>
                </a:lnTo>
                <a:cubicBezTo>
                  <a:pt x="261121" y="187335"/>
                  <a:pt x="251231" y="163300"/>
                  <a:pt x="234960" y="145100"/>
                </a:cubicBezTo>
                <a:cubicBezTo>
                  <a:pt x="240746" y="143370"/>
                  <a:pt x="246879" y="142430"/>
                  <a:pt x="253209" y="142430"/>
                </a:cubicBezTo>
                <a:cubicBezTo>
                  <a:pt x="288173" y="142430"/>
                  <a:pt x="316511" y="170768"/>
                  <a:pt x="316511" y="205732"/>
                </a:cubicBezTo>
                <a:lnTo>
                  <a:pt x="316511" y="221558"/>
                </a:lnTo>
                <a:cubicBezTo>
                  <a:pt x="316511" y="230311"/>
                  <a:pt x="309439" y="237383"/>
                  <a:pt x="300685" y="237383"/>
                </a:cubicBezTo>
                <a:lnTo>
                  <a:pt x="257808" y="237383"/>
                </a:lnTo>
                <a:close/>
                <a:moveTo>
                  <a:pt x="233427" y="79128"/>
                </a:moveTo>
                <a:cubicBezTo>
                  <a:pt x="233427" y="59475"/>
                  <a:pt x="249382" y="43520"/>
                  <a:pt x="269034" y="43520"/>
                </a:cubicBezTo>
                <a:cubicBezTo>
                  <a:pt x="288687" y="43520"/>
                  <a:pt x="304642" y="59475"/>
                  <a:pt x="304642" y="79128"/>
                </a:cubicBezTo>
                <a:cubicBezTo>
                  <a:pt x="304642" y="98780"/>
                  <a:pt x="288687" y="114735"/>
                  <a:pt x="269034" y="114735"/>
                </a:cubicBezTo>
                <a:cubicBezTo>
                  <a:pt x="249382" y="114735"/>
                  <a:pt x="233427" y="98780"/>
                  <a:pt x="233427" y="79128"/>
                </a:cubicBezTo>
                <a:close/>
                <a:moveTo>
                  <a:pt x="79128" y="213645"/>
                </a:moveTo>
                <a:cubicBezTo>
                  <a:pt x="79128" y="169927"/>
                  <a:pt x="114537" y="134517"/>
                  <a:pt x="158255" y="134517"/>
                </a:cubicBezTo>
                <a:cubicBezTo>
                  <a:pt x="201974" y="134517"/>
                  <a:pt x="237383" y="169927"/>
                  <a:pt x="237383" y="213645"/>
                </a:cubicBezTo>
                <a:lnTo>
                  <a:pt x="237383" y="221558"/>
                </a:lnTo>
                <a:cubicBezTo>
                  <a:pt x="237383" y="230311"/>
                  <a:pt x="230311" y="237383"/>
                  <a:pt x="221558" y="237383"/>
                </a:cubicBezTo>
                <a:lnTo>
                  <a:pt x="94953" y="237383"/>
                </a:lnTo>
                <a:cubicBezTo>
                  <a:pt x="86200" y="237383"/>
                  <a:pt x="79128" y="230311"/>
                  <a:pt x="79128" y="221558"/>
                </a:cubicBezTo>
                <a:lnTo>
                  <a:pt x="79128" y="213645"/>
                </a:lnTo>
                <a:close/>
              </a:path>
            </a:pathLst>
          </a:custGeom>
          <a:solidFill>
            <a:srgbClr val="6A7B8C"/>
          </a:solidFill>
        </p:spPr>
      </p:sp>
      <p:sp>
        <p:nvSpPr>
          <p:cNvPr id="29" name="Text 27"/>
          <p:cNvSpPr/>
          <p:nvPr/>
        </p:nvSpPr>
        <p:spPr>
          <a:xfrm>
            <a:off x="1671178" y="6735352"/>
            <a:ext cx="7697545" cy="354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实时协作基石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1178" y="7191128"/>
            <a:ext cx="7672224" cy="6583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Word、Excel、PowerPoint等应用均支持</a:t>
            </a:r>
            <a:r>
              <a:rPr lang="en-US" sz="159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实时共同编辑</a:t>
            </a: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，多人可同时处理同一文档，实时查看对方的编辑内容和光标位置，大幅提升团队协作效率。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13421" y="1633196"/>
            <a:ext cx="5912424" cy="5292062"/>
          </a:xfrm>
          <a:custGeom>
            <a:avLst/>
            <a:gdLst/>
            <a:ahLst/>
            <a:cxnLst/>
            <a:rect l="l" t="t" r="r" b="b"/>
            <a:pathLst>
              <a:path w="5912424" h="5292062">
                <a:moveTo>
                  <a:pt x="151935" y="0"/>
                </a:moveTo>
                <a:lnTo>
                  <a:pt x="5760489" y="0"/>
                </a:lnTo>
                <a:cubicBezTo>
                  <a:pt x="5844400" y="0"/>
                  <a:pt x="5912424" y="68024"/>
                  <a:pt x="5912424" y="151935"/>
                </a:cubicBezTo>
                <a:lnTo>
                  <a:pt x="5912424" y="5140127"/>
                </a:lnTo>
                <a:cubicBezTo>
                  <a:pt x="5912424" y="5224039"/>
                  <a:pt x="5844400" y="5292062"/>
                  <a:pt x="5760489" y="5292062"/>
                </a:cubicBezTo>
                <a:lnTo>
                  <a:pt x="151935" y="5292062"/>
                </a:lnTo>
                <a:cubicBezTo>
                  <a:pt x="68024" y="5292062"/>
                  <a:pt x="0" y="5224039"/>
                  <a:pt x="0" y="5140127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20000"/>
                </a:srgbClr>
              </a:gs>
              <a:gs pos="100000">
                <a:srgbClr val="4EC3A1">
                  <a:alpha val="10000"/>
                </a:srgbClr>
              </a:gs>
            </a:gsLst>
            <a:lin ang="2700000" scaled="1"/>
          </a:gradFill>
          <a:ln w="25400">
            <a:solidFill>
              <a:srgbClr val="3E8AC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64570" y="1949707"/>
            <a:ext cx="1215402" cy="1215402"/>
          </a:xfrm>
          <a:custGeom>
            <a:avLst/>
            <a:gdLst/>
            <a:ahLst/>
            <a:cxnLst/>
            <a:rect l="l" t="t" r="r" b="b"/>
            <a:pathLst>
              <a:path w="1215402" h="1215402">
                <a:moveTo>
                  <a:pt x="607701" y="0"/>
                </a:moveTo>
                <a:lnTo>
                  <a:pt x="607701" y="0"/>
                </a:lnTo>
                <a:cubicBezTo>
                  <a:pt x="943100" y="0"/>
                  <a:pt x="1215402" y="272302"/>
                  <a:pt x="1215402" y="607701"/>
                </a:cubicBezTo>
                <a:lnTo>
                  <a:pt x="1215402" y="607701"/>
                </a:lnTo>
                <a:cubicBezTo>
                  <a:pt x="1215402" y="943100"/>
                  <a:pt x="943100" y="1215402"/>
                  <a:pt x="607701" y="1215402"/>
                </a:cubicBezTo>
                <a:lnTo>
                  <a:pt x="607701" y="1215402"/>
                </a:lnTo>
                <a:cubicBezTo>
                  <a:pt x="272302" y="1215402"/>
                  <a:pt x="0" y="943100"/>
                  <a:pt x="0" y="607701"/>
                </a:cubicBezTo>
                <a:lnTo>
                  <a:pt x="0" y="607701"/>
                </a:lnTo>
                <a:cubicBezTo>
                  <a:pt x="0" y="272302"/>
                  <a:pt x="272302" y="0"/>
                  <a:pt x="607701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3" name="Shape 31"/>
          <p:cNvSpPr/>
          <p:nvPr/>
        </p:nvSpPr>
        <p:spPr>
          <a:xfrm>
            <a:off x="12468420" y="2253558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473579" y="456013"/>
                </a:moveTo>
                <a:cubicBezTo>
                  <a:pt x="447349" y="410436"/>
                  <a:pt x="398092" y="379813"/>
                  <a:pt x="341832" y="379813"/>
                </a:cubicBezTo>
                <a:lnTo>
                  <a:pt x="265869" y="379813"/>
                </a:lnTo>
                <a:cubicBezTo>
                  <a:pt x="209609" y="379813"/>
                  <a:pt x="160352" y="410436"/>
                  <a:pt x="134121" y="456013"/>
                </a:cubicBezTo>
                <a:cubicBezTo>
                  <a:pt x="175901" y="502540"/>
                  <a:pt x="236434" y="531738"/>
                  <a:pt x="303850" y="531738"/>
                </a:cubicBezTo>
                <a:cubicBezTo>
                  <a:pt x="371267" y="531738"/>
                  <a:pt x="431800" y="502421"/>
                  <a:pt x="473579" y="456013"/>
                </a:cubicBezTo>
                <a:close/>
                <a:moveTo>
                  <a:pt x="0" y="303850"/>
                </a:moveTo>
                <a:cubicBezTo>
                  <a:pt x="0" y="136151"/>
                  <a:pt x="136151" y="0"/>
                  <a:pt x="303850" y="0"/>
                </a:cubicBezTo>
                <a:cubicBezTo>
                  <a:pt x="471550" y="0"/>
                  <a:pt x="607701" y="136151"/>
                  <a:pt x="607701" y="303850"/>
                </a:cubicBezTo>
                <a:cubicBezTo>
                  <a:pt x="607701" y="471550"/>
                  <a:pt x="471550" y="607701"/>
                  <a:pt x="303850" y="607701"/>
                </a:cubicBezTo>
                <a:cubicBezTo>
                  <a:pt x="136151" y="607701"/>
                  <a:pt x="0" y="471550"/>
                  <a:pt x="0" y="303850"/>
                </a:cubicBezTo>
                <a:close/>
                <a:moveTo>
                  <a:pt x="303850" y="322841"/>
                </a:moveTo>
                <a:cubicBezTo>
                  <a:pt x="351016" y="322841"/>
                  <a:pt x="389308" y="284549"/>
                  <a:pt x="389308" y="237383"/>
                </a:cubicBezTo>
                <a:cubicBezTo>
                  <a:pt x="389308" y="190218"/>
                  <a:pt x="351016" y="151925"/>
                  <a:pt x="303850" y="151925"/>
                </a:cubicBezTo>
                <a:cubicBezTo>
                  <a:pt x="256685" y="151925"/>
                  <a:pt x="218393" y="190218"/>
                  <a:pt x="218393" y="237383"/>
                </a:cubicBezTo>
                <a:cubicBezTo>
                  <a:pt x="218393" y="284549"/>
                  <a:pt x="256685" y="322841"/>
                  <a:pt x="303850" y="32284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10053969" y="3367676"/>
            <a:ext cx="5431327" cy="4051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统一账户体系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79290" y="3874093"/>
            <a:ext cx="5380685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一个微软账户，打通所有服务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129931" y="4481794"/>
            <a:ext cx="5279402" cy="607701"/>
          </a:xfrm>
          <a:custGeom>
            <a:avLst/>
            <a:gdLst/>
            <a:ahLst/>
            <a:cxnLst/>
            <a:rect l="l" t="t" r="r" b="b"/>
            <a:pathLst>
              <a:path w="5279402" h="607701">
                <a:moveTo>
                  <a:pt x="101286" y="0"/>
                </a:moveTo>
                <a:lnTo>
                  <a:pt x="5178116" y="0"/>
                </a:lnTo>
                <a:cubicBezTo>
                  <a:pt x="5234055" y="0"/>
                  <a:pt x="5279402" y="45347"/>
                  <a:pt x="5279402" y="101286"/>
                </a:cubicBezTo>
                <a:lnTo>
                  <a:pt x="5279402" y="506415"/>
                </a:lnTo>
                <a:cubicBezTo>
                  <a:pt x="5279402" y="562354"/>
                  <a:pt x="5234055" y="607701"/>
                  <a:pt x="5178116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0307178" y="4684361"/>
            <a:ext cx="202567" cy="202567"/>
          </a:xfrm>
          <a:custGeom>
            <a:avLst/>
            <a:gdLst/>
            <a:ahLst/>
            <a:cxnLst/>
            <a:rect l="l" t="t" r="r" b="b"/>
            <a:pathLst>
              <a:path w="202567" h="202567">
                <a:moveTo>
                  <a:pt x="18991" y="25321"/>
                </a:moveTo>
                <a:cubicBezTo>
                  <a:pt x="8506" y="25321"/>
                  <a:pt x="0" y="33827"/>
                  <a:pt x="0" y="44312"/>
                </a:cubicBezTo>
                <a:cubicBezTo>
                  <a:pt x="0" y="50286"/>
                  <a:pt x="2809" y="55904"/>
                  <a:pt x="7596" y="59504"/>
                </a:cubicBezTo>
                <a:lnTo>
                  <a:pt x="89889" y="121224"/>
                </a:lnTo>
                <a:cubicBezTo>
                  <a:pt x="96655" y="126288"/>
                  <a:pt x="105912" y="126288"/>
                  <a:pt x="112678" y="121224"/>
                </a:cubicBezTo>
                <a:lnTo>
                  <a:pt x="194971" y="59504"/>
                </a:lnTo>
                <a:cubicBezTo>
                  <a:pt x="199758" y="55904"/>
                  <a:pt x="202567" y="50286"/>
                  <a:pt x="202567" y="44312"/>
                </a:cubicBezTo>
                <a:cubicBezTo>
                  <a:pt x="202567" y="33827"/>
                  <a:pt x="194061" y="25321"/>
                  <a:pt x="183576" y="25321"/>
                </a:cubicBezTo>
                <a:lnTo>
                  <a:pt x="18991" y="25321"/>
                </a:lnTo>
                <a:close/>
                <a:moveTo>
                  <a:pt x="0" y="77545"/>
                </a:moveTo>
                <a:lnTo>
                  <a:pt x="0" y="151925"/>
                </a:lnTo>
                <a:cubicBezTo>
                  <a:pt x="0" y="165891"/>
                  <a:pt x="11355" y="177246"/>
                  <a:pt x="25321" y="177246"/>
                </a:cubicBezTo>
                <a:lnTo>
                  <a:pt x="177246" y="177246"/>
                </a:lnTo>
                <a:cubicBezTo>
                  <a:pt x="191212" y="177246"/>
                  <a:pt x="202567" y="165891"/>
                  <a:pt x="202567" y="151925"/>
                </a:cubicBezTo>
                <a:lnTo>
                  <a:pt x="202567" y="77545"/>
                </a:lnTo>
                <a:lnTo>
                  <a:pt x="124072" y="136416"/>
                </a:lnTo>
                <a:cubicBezTo>
                  <a:pt x="110581" y="146545"/>
                  <a:pt x="91986" y="146545"/>
                  <a:pt x="78495" y="136416"/>
                </a:cubicBezTo>
                <a:lnTo>
                  <a:pt x="0" y="77545"/>
                </a:lnTo>
                <a:close/>
              </a:path>
            </a:pathLst>
          </a:custGeom>
          <a:solidFill>
            <a:srgbClr val="3E8ACC"/>
          </a:solidFill>
        </p:spPr>
      </p:sp>
      <p:sp>
        <p:nvSpPr>
          <p:cNvPr id="38" name="Text 36"/>
          <p:cNvSpPr/>
          <p:nvPr/>
        </p:nvSpPr>
        <p:spPr>
          <a:xfrm>
            <a:off x="10686991" y="4633720"/>
            <a:ext cx="1240723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Outlook邮箱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129931" y="5241421"/>
            <a:ext cx="5279402" cy="607701"/>
          </a:xfrm>
          <a:custGeom>
            <a:avLst/>
            <a:gdLst/>
            <a:ahLst/>
            <a:cxnLst/>
            <a:rect l="l" t="t" r="r" b="b"/>
            <a:pathLst>
              <a:path w="5279402" h="607701">
                <a:moveTo>
                  <a:pt x="101286" y="0"/>
                </a:moveTo>
                <a:lnTo>
                  <a:pt x="5178116" y="0"/>
                </a:lnTo>
                <a:cubicBezTo>
                  <a:pt x="5234055" y="0"/>
                  <a:pt x="5279402" y="45347"/>
                  <a:pt x="5279402" y="101286"/>
                </a:cubicBezTo>
                <a:lnTo>
                  <a:pt x="5279402" y="506415"/>
                </a:lnTo>
                <a:cubicBezTo>
                  <a:pt x="5279402" y="562354"/>
                  <a:pt x="5234055" y="607701"/>
                  <a:pt x="5178116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0294517" y="5443988"/>
            <a:ext cx="227888" cy="202567"/>
          </a:xfrm>
          <a:custGeom>
            <a:avLst/>
            <a:gdLst/>
            <a:ahLst/>
            <a:cxnLst/>
            <a:rect l="l" t="t" r="r" b="b"/>
            <a:pathLst>
              <a:path w="227888" h="202567">
                <a:moveTo>
                  <a:pt x="0" y="132935"/>
                </a:moveTo>
                <a:cubicBezTo>
                  <a:pt x="0" y="164388"/>
                  <a:pt x="25519" y="189907"/>
                  <a:pt x="56972" y="189907"/>
                </a:cubicBezTo>
                <a:lnTo>
                  <a:pt x="177246" y="189907"/>
                </a:lnTo>
                <a:cubicBezTo>
                  <a:pt x="205218" y="189907"/>
                  <a:pt x="227888" y="167236"/>
                  <a:pt x="227888" y="139265"/>
                </a:cubicBezTo>
                <a:cubicBezTo>
                  <a:pt x="227888" y="118850"/>
                  <a:pt x="215821" y="101244"/>
                  <a:pt x="198413" y="93252"/>
                </a:cubicBezTo>
                <a:cubicBezTo>
                  <a:pt x="201064" y="88069"/>
                  <a:pt x="202567" y="82174"/>
                  <a:pt x="202567" y="75963"/>
                </a:cubicBezTo>
                <a:cubicBezTo>
                  <a:pt x="202567" y="54994"/>
                  <a:pt x="185555" y="37981"/>
                  <a:pt x="164586" y="37981"/>
                </a:cubicBezTo>
                <a:cubicBezTo>
                  <a:pt x="157583" y="37981"/>
                  <a:pt x="151055" y="39880"/>
                  <a:pt x="145437" y="43164"/>
                </a:cubicBezTo>
                <a:cubicBezTo>
                  <a:pt x="135902" y="25044"/>
                  <a:pt x="116872" y="12660"/>
                  <a:pt x="94953" y="12660"/>
                </a:cubicBezTo>
                <a:cubicBezTo>
                  <a:pt x="63500" y="12660"/>
                  <a:pt x="37981" y="38179"/>
                  <a:pt x="37981" y="69632"/>
                </a:cubicBezTo>
                <a:cubicBezTo>
                  <a:pt x="37981" y="72798"/>
                  <a:pt x="38258" y="75923"/>
                  <a:pt x="38733" y="78930"/>
                </a:cubicBezTo>
                <a:cubicBezTo>
                  <a:pt x="16221" y="86526"/>
                  <a:pt x="0" y="107851"/>
                  <a:pt x="0" y="132935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1" name="Text 39"/>
          <p:cNvSpPr/>
          <p:nvPr/>
        </p:nvSpPr>
        <p:spPr>
          <a:xfrm>
            <a:off x="10686991" y="5393346"/>
            <a:ext cx="1379988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OneDrive存储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29931" y="6001047"/>
            <a:ext cx="5279402" cy="607701"/>
          </a:xfrm>
          <a:custGeom>
            <a:avLst/>
            <a:gdLst/>
            <a:ahLst/>
            <a:cxnLst/>
            <a:rect l="l" t="t" r="r" b="b"/>
            <a:pathLst>
              <a:path w="5279402" h="607701">
                <a:moveTo>
                  <a:pt x="101286" y="0"/>
                </a:moveTo>
                <a:lnTo>
                  <a:pt x="5178116" y="0"/>
                </a:lnTo>
                <a:cubicBezTo>
                  <a:pt x="5234055" y="0"/>
                  <a:pt x="5279402" y="45347"/>
                  <a:pt x="5279402" y="101286"/>
                </a:cubicBezTo>
                <a:lnTo>
                  <a:pt x="5279402" y="506415"/>
                </a:lnTo>
                <a:cubicBezTo>
                  <a:pt x="5279402" y="562354"/>
                  <a:pt x="5234055" y="607701"/>
                  <a:pt x="5178116" y="607701"/>
                </a:cubicBezTo>
                <a:lnTo>
                  <a:pt x="101286" y="607701"/>
                </a:lnTo>
                <a:cubicBezTo>
                  <a:pt x="45347" y="607701"/>
                  <a:pt x="0" y="562354"/>
                  <a:pt x="0" y="506415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10281857" y="6203614"/>
            <a:ext cx="253209" cy="202567"/>
          </a:xfrm>
          <a:custGeom>
            <a:avLst/>
            <a:gdLst/>
            <a:ahLst/>
            <a:cxnLst/>
            <a:rect l="l" t="t" r="r" b="b"/>
            <a:pathLst>
              <a:path w="253209" h="202567">
                <a:moveTo>
                  <a:pt x="126604" y="6330"/>
                </a:moveTo>
                <a:cubicBezTo>
                  <a:pt x="149314" y="6330"/>
                  <a:pt x="167751" y="24767"/>
                  <a:pt x="167751" y="47477"/>
                </a:cubicBezTo>
                <a:cubicBezTo>
                  <a:pt x="167751" y="70186"/>
                  <a:pt x="149314" y="88623"/>
                  <a:pt x="126604" y="88623"/>
                </a:cubicBezTo>
                <a:cubicBezTo>
                  <a:pt x="103895" y="88623"/>
                  <a:pt x="85458" y="70186"/>
                  <a:pt x="85458" y="47477"/>
                </a:cubicBezTo>
                <a:cubicBezTo>
                  <a:pt x="85458" y="24767"/>
                  <a:pt x="103895" y="6330"/>
                  <a:pt x="126604" y="6330"/>
                </a:cubicBezTo>
                <a:close/>
                <a:moveTo>
                  <a:pt x="37981" y="34816"/>
                </a:moveTo>
                <a:cubicBezTo>
                  <a:pt x="53703" y="34816"/>
                  <a:pt x="66467" y="47580"/>
                  <a:pt x="66467" y="63302"/>
                </a:cubicBezTo>
                <a:cubicBezTo>
                  <a:pt x="66467" y="79024"/>
                  <a:pt x="53703" y="91788"/>
                  <a:pt x="37981" y="91788"/>
                </a:cubicBezTo>
                <a:cubicBezTo>
                  <a:pt x="22259" y="91788"/>
                  <a:pt x="9495" y="79024"/>
                  <a:pt x="9495" y="63302"/>
                </a:cubicBezTo>
                <a:cubicBezTo>
                  <a:pt x="9495" y="47580"/>
                  <a:pt x="22259" y="34816"/>
                  <a:pt x="37981" y="34816"/>
                </a:cubicBezTo>
                <a:close/>
                <a:moveTo>
                  <a:pt x="0" y="164586"/>
                </a:moveTo>
                <a:cubicBezTo>
                  <a:pt x="0" y="136614"/>
                  <a:pt x="22670" y="113944"/>
                  <a:pt x="50642" y="113944"/>
                </a:cubicBezTo>
                <a:cubicBezTo>
                  <a:pt x="55706" y="113944"/>
                  <a:pt x="60612" y="114696"/>
                  <a:pt x="65241" y="116080"/>
                </a:cubicBezTo>
                <a:cubicBezTo>
                  <a:pt x="52224" y="130640"/>
                  <a:pt x="44312" y="149868"/>
                  <a:pt x="44312" y="170916"/>
                </a:cubicBezTo>
                <a:lnTo>
                  <a:pt x="44312" y="177246"/>
                </a:lnTo>
                <a:cubicBezTo>
                  <a:pt x="44312" y="181756"/>
                  <a:pt x="45261" y="186029"/>
                  <a:pt x="46962" y="189907"/>
                </a:cubicBezTo>
                <a:lnTo>
                  <a:pt x="12660" y="189907"/>
                </a:lnTo>
                <a:cubicBezTo>
                  <a:pt x="5658" y="189907"/>
                  <a:pt x="0" y="184249"/>
                  <a:pt x="0" y="177246"/>
                </a:cubicBezTo>
                <a:lnTo>
                  <a:pt x="0" y="164586"/>
                </a:lnTo>
                <a:close/>
                <a:moveTo>
                  <a:pt x="206246" y="189907"/>
                </a:moveTo>
                <a:cubicBezTo>
                  <a:pt x="207948" y="186029"/>
                  <a:pt x="208897" y="181756"/>
                  <a:pt x="208897" y="177246"/>
                </a:cubicBezTo>
                <a:lnTo>
                  <a:pt x="208897" y="170916"/>
                </a:lnTo>
                <a:cubicBezTo>
                  <a:pt x="208897" y="149868"/>
                  <a:pt x="200984" y="130640"/>
                  <a:pt x="187968" y="116080"/>
                </a:cubicBezTo>
                <a:cubicBezTo>
                  <a:pt x="192597" y="114696"/>
                  <a:pt x="197503" y="113944"/>
                  <a:pt x="202567" y="113944"/>
                </a:cubicBezTo>
                <a:cubicBezTo>
                  <a:pt x="230539" y="113944"/>
                  <a:pt x="253209" y="136614"/>
                  <a:pt x="253209" y="164586"/>
                </a:cubicBezTo>
                <a:lnTo>
                  <a:pt x="253209" y="177246"/>
                </a:lnTo>
                <a:cubicBezTo>
                  <a:pt x="253209" y="184249"/>
                  <a:pt x="247551" y="189907"/>
                  <a:pt x="240548" y="189907"/>
                </a:cubicBezTo>
                <a:lnTo>
                  <a:pt x="206246" y="189907"/>
                </a:lnTo>
                <a:close/>
                <a:moveTo>
                  <a:pt x="186741" y="63302"/>
                </a:moveTo>
                <a:cubicBezTo>
                  <a:pt x="186741" y="47580"/>
                  <a:pt x="199506" y="34816"/>
                  <a:pt x="215227" y="34816"/>
                </a:cubicBezTo>
                <a:cubicBezTo>
                  <a:pt x="230949" y="34816"/>
                  <a:pt x="243713" y="47580"/>
                  <a:pt x="243713" y="63302"/>
                </a:cubicBezTo>
                <a:cubicBezTo>
                  <a:pt x="243713" y="79024"/>
                  <a:pt x="230949" y="91788"/>
                  <a:pt x="215227" y="91788"/>
                </a:cubicBezTo>
                <a:cubicBezTo>
                  <a:pt x="199506" y="91788"/>
                  <a:pt x="186741" y="79024"/>
                  <a:pt x="186741" y="63302"/>
                </a:cubicBezTo>
                <a:close/>
                <a:moveTo>
                  <a:pt x="63302" y="170916"/>
                </a:moveTo>
                <a:cubicBezTo>
                  <a:pt x="63302" y="135941"/>
                  <a:pt x="91630" y="107614"/>
                  <a:pt x="126604" y="107614"/>
                </a:cubicBezTo>
                <a:cubicBezTo>
                  <a:pt x="161579" y="107614"/>
                  <a:pt x="189907" y="135941"/>
                  <a:pt x="189907" y="170916"/>
                </a:cubicBezTo>
                <a:lnTo>
                  <a:pt x="189907" y="177246"/>
                </a:lnTo>
                <a:cubicBezTo>
                  <a:pt x="189907" y="184249"/>
                  <a:pt x="184249" y="189907"/>
                  <a:pt x="177246" y="189907"/>
                </a:cubicBezTo>
                <a:lnTo>
                  <a:pt x="75963" y="189907"/>
                </a:lnTo>
                <a:cubicBezTo>
                  <a:pt x="68960" y="189907"/>
                  <a:pt x="63302" y="184249"/>
                  <a:pt x="63302" y="177246"/>
                </a:cubicBezTo>
                <a:lnTo>
                  <a:pt x="63302" y="170916"/>
                </a:lnTo>
                <a:close/>
              </a:path>
            </a:pathLst>
          </a:custGeom>
          <a:solidFill>
            <a:srgbClr val="6A7B8C"/>
          </a:solidFill>
        </p:spPr>
      </p:sp>
      <p:sp>
        <p:nvSpPr>
          <p:cNvPr id="44" name="Text 42"/>
          <p:cNvSpPr/>
          <p:nvPr/>
        </p:nvSpPr>
        <p:spPr>
          <a:xfrm>
            <a:off x="10686991" y="6152972"/>
            <a:ext cx="1126779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Teams协作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813421" y="7153146"/>
            <a:ext cx="5912424" cy="1975028"/>
          </a:xfrm>
          <a:custGeom>
            <a:avLst/>
            <a:gdLst/>
            <a:ahLst/>
            <a:cxnLst/>
            <a:rect l="l" t="t" r="r" b="b"/>
            <a:pathLst>
              <a:path w="5912424" h="1975028">
                <a:moveTo>
                  <a:pt x="151919" y="0"/>
                </a:moveTo>
                <a:lnTo>
                  <a:pt x="5760505" y="0"/>
                </a:lnTo>
                <a:cubicBezTo>
                  <a:pt x="5844407" y="0"/>
                  <a:pt x="5912424" y="68017"/>
                  <a:pt x="5912424" y="151919"/>
                </a:cubicBezTo>
                <a:lnTo>
                  <a:pt x="5912424" y="1823109"/>
                </a:lnTo>
                <a:cubicBezTo>
                  <a:pt x="5912424" y="1907012"/>
                  <a:pt x="5844407" y="1975028"/>
                  <a:pt x="5760505" y="1975028"/>
                </a:cubicBezTo>
                <a:lnTo>
                  <a:pt x="151919" y="1975028"/>
                </a:lnTo>
                <a:cubicBezTo>
                  <a:pt x="68017" y="1975028"/>
                  <a:pt x="0" y="1907012"/>
                  <a:pt x="0" y="1823109"/>
                </a:cubicBezTo>
                <a:lnTo>
                  <a:pt x="0" y="151919"/>
                </a:lnTo>
                <a:cubicBezTo>
                  <a:pt x="0" y="68017"/>
                  <a:pt x="68017" y="0"/>
                  <a:pt x="151919" y="0"/>
                </a:cubicBezTo>
                <a:close/>
              </a:path>
            </a:pathLst>
          </a:custGeom>
          <a:solidFill>
            <a:srgbClr val="2A2F35"/>
          </a:solidFill>
          <a:ln w="25400">
            <a:solidFill>
              <a:srgbClr val="4EC3A1">
                <a:alpha val="5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79290" y="7419016"/>
            <a:ext cx="506417" cy="506417"/>
          </a:xfrm>
          <a:custGeom>
            <a:avLst/>
            <a:gdLst/>
            <a:ahLst/>
            <a:cxnLst/>
            <a:rect l="l" t="t" r="r" b="b"/>
            <a:pathLst>
              <a:path w="506417" h="506417">
                <a:moveTo>
                  <a:pt x="253209" y="0"/>
                </a:moveTo>
                <a:lnTo>
                  <a:pt x="253209" y="0"/>
                </a:lnTo>
                <a:cubicBezTo>
                  <a:pt x="392958" y="0"/>
                  <a:pt x="506417" y="113459"/>
                  <a:pt x="506417" y="253209"/>
                </a:cubicBezTo>
                <a:lnTo>
                  <a:pt x="506417" y="253209"/>
                </a:lnTo>
                <a:cubicBezTo>
                  <a:pt x="506417" y="392958"/>
                  <a:pt x="392958" y="506417"/>
                  <a:pt x="253209" y="506417"/>
                </a:cubicBezTo>
                <a:lnTo>
                  <a:pt x="253209" y="506417"/>
                </a:lnTo>
                <a:cubicBezTo>
                  <a:pt x="113459" y="506417"/>
                  <a:pt x="0" y="392958"/>
                  <a:pt x="0" y="253209"/>
                </a:cubicBezTo>
                <a:lnTo>
                  <a:pt x="0" y="253209"/>
                </a:lnTo>
                <a:cubicBezTo>
                  <a:pt x="0" y="113459"/>
                  <a:pt x="113459" y="0"/>
                  <a:pt x="253209" y="0"/>
                </a:cubicBezTo>
                <a:close/>
              </a:path>
            </a:pathLst>
          </a:custGeom>
          <a:solidFill>
            <a:srgbClr val="4EC3A1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0250206" y="7558280"/>
            <a:ext cx="170916" cy="227888"/>
          </a:xfrm>
          <a:custGeom>
            <a:avLst/>
            <a:gdLst/>
            <a:ahLst/>
            <a:cxnLst/>
            <a:rect l="l" t="t" r="r" b="b"/>
            <a:pathLst>
              <a:path w="170916" h="227888">
                <a:moveTo>
                  <a:pt x="130368" y="170916"/>
                </a:moveTo>
                <a:cubicBezTo>
                  <a:pt x="133617" y="160990"/>
                  <a:pt x="140115" y="151999"/>
                  <a:pt x="147459" y="144255"/>
                </a:cubicBezTo>
                <a:cubicBezTo>
                  <a:pt x="162014" y="128944"/>
                  <a:pt x="170916" y="108247"/>
                  <a:pt x="170916" y="85458"/>
                </a:cubicBezTo>
                <a:cubicBezTo>
                  <a:pt x="170916" y="38278"/>
                  <a:pt x="132638" y="0"/>
                  <a:pt x="85458" y="0"/>
                </a:cubicBezTo>
                <a:cubicBezTo>
                  <a:pt x="38278" y="0"/>
                  <a:pt x="0" y="38278"/>
                  <a:pt x="0" y="85458"/>
                </a:cubicBezTo>
                <a:cubicBezTo>
                  <a:pt x="0" y="108247"/>
                  <a:pt x="8902" y="128944"/>
                  <a:pt x="23456" y="144255"/>
                </a:cubicBezTo>
                <a:cubicBezTo>
                  <a:pt x="30800" y="151999"/>
                  <a:pt x="37343" y="160990"/>
                  <a:pt x="40548" y="170916"/>
                </a:cubicBezTo>
                <a:lnTo>
                  <a:pt x="130323" y="170916"/>
                </a:lnTo>
                <a:close/>
                <a:moveTo>
                  <a:pt x="128187" y="192280"/>
                </a:moveTo>
                <a:lnTo>
                  <a:pt x="42729" y="192280"/>
                </a:lnTo>
                <a:lnTo>
                  <a:pt x="42729" y="199402"/>
                </a:lnTo>
                <a:cubicBezTo>
                  <a:pt x="42729" y="219075"/>
                  <a:pt x="58663" y="235009"/>
                  <a:pt x="78336" y="235009"/>
                </a:cubicBezTo>
                <a:lnTo>
                  <a:pt x="92579" y="235009"/>
                </a:lnTo>
                <a:cubicBezTo>
                  <a:pt x="112253" y="235009"/>
                  <a:pt x="128187" y="219075"/>
                  <a:pt x="128187" y="199402"/>
                </a:cubicBezTo>
                <a:lnTo>
                  <a:pt x="128187" y="192280"/>
                </a:lnTo>
                <a:close/>
                <a:moveTo>
                  <a:pt x="81897" y="49850"/>
                </a:moveTo>
                <a:cubicBezTo>
                  <a:pt x="64182" y="49850"/>
                  <a:pt x="49850" y="64182"/>
                  <a:pt x="49850" y="81897"/>
                </a:cubicBezTo>
                <a:cubicBezTo>
                  <a:pt x="49850" y="87817"/>
                  <a:pt x="45088" y="92579"/>
                  <a:pt x="39168" y="92579"/>
                </a:cubicBezTo>
                <a:cubicBezTo>
                  <a:pt x="33248" y="92579"/>
                  <a:pt x="28486" y="87817"/>
                  <a:pt x="28486" y="81897"/>
                </a:cubicBezTo>
                <a:cubicBezTo>
                  <a:pt x="28486" y="52387"/>
                  <a:pt x="52387" y="28486"/>
                  <a:pt x="81897" y="28486"/>
                </a:cubicBezTo>
                <a:cubicBezTo>
                  <a:pt x="87817" y="28486"/>
                  <a:pt x="92579" y="33248"/>
                  <a:pt x="92579" y="39168"/>
                </a:cubicBezTo>
                <a:cubicBezTo>
                  <a:pt x="92579" y="45088"/>
                  <a:pt x="87817" y="49850"/>
                  <a:pt x="81897" y="4985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8" name="Text 46"/>
          <p:cNvSpPr/>
          <p:nvPr/>
        </p:nvSpPr>
        <p:spPr>
          <a:xfrm>
            <a:off x="10737632" y="7419016"/>
            <a:ext cx="4836287" cy="354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5" b="1" dirty="0">
                <a:solidFill>
                  <a:srgbClr val="4EC3A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关键认知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37632" y="7874791"/>
            <a:ext cx="4823626" cy="987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Office 365不仅是工具套件，更是一个</a:t>
            </a:r>
            <a:r>
              <a:rPr lang="en-US" sz="1595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协同工作平台</a:t>
            </a:r>
            <a:r>
              <a:rPr lang="en-US" sz="159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，它将人、文件和对话无缝连接，重新定义现代办公方式。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" name="Text 1"/>
          <p:cNvSpPr/>
          <p:nvPr/>
        </p:nvSpPr>
        <p:spPr>
          <a:xfrm>
            <a:off x="604573" y="592667"/>
            <a:ext cx="359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5333" y="423333"/>
            <a:ext cx="14721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kern="0" spc="233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5333" y="677333"/>
            <a:ext cx="14837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Word：高效文档处理与协作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312333"/>
            <a:ext cx="9101667" cy="1905000"/>
          </a:xfrm>
          <a:custGeom>
            <a:avLst/>
            <a:gdLst/>
            <a:ahLst/>
            <a:cxnLst/>
            <a:rect l="l" t="t" r="r" b="b"/>
            <a:pathLst>
              <a:path w="9101667" h="1905000">
                <a:moveTo>
                  <a:pt x="42333" y="0"/>
                </a:moveTo>
                <a:lnTo>
                  <a:pt x="8974660" y="0"/>
                </a:lnTo>
                <a:cubicBezTo>
                  <a:pt x="9044804" y="0"/>
                  <a:pt x="9101667" y="56863"/>
                  <a:pt x="9101667" y="127006"/>
                </a:cubicBezTo>
                <a:lnTo>
                  <a:pt x="9101667" y="1777994"/>
                </a:lnTo>
                <a:cubicBezTo>
                  <a:pt x="9101667" y="1848137"/>
                  <a:pt x="9044804" y="1905000"/>
                  <a:pt x="8974660" y="1905000"/>
                </a:cubicBezTo>
                <a:lnTo>
                  <a:pt x="42333" y="1905000"/>
                </a:lnTo>
                <a:cubicBezTo>
                  <a:pt x="18953" y="1905000"/>
                  <a:pt x="0" y="1886047"/>
                  <a:pt x="0" y="186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7" name="Shape 5"/>
          <p:cNvSpPr/>
          <p:nvPr/>
        </p:nvSpPr>
        <p:spPr>
          <a:xfrm>
            <a:off x="444500" y="1312333"/>
            <a:ext cx="42333" cy="1905000"/>
          </a:xfrm>
          <a:custGeom>
            <a:avLst/>
            <a:gdLst/>
            <a:ahLst/>
            <a:cxnLst/>
            <a:rect l="l" t="t" r="r" b="b"/>
            <a:pathLst>
              <a:path w="42333" h="1905000">
                <a:moveTo>
                  <a:pt x="42333" y="0"/>
                </a:moveTo>
                <a:lnTo>
                  <a:pt x="42333" y="0"/>
                </a:lnTo>
                <a:lnTo>
                  <a:pt x="42333" y="1905000"/>
                </a:lnTo>
                <a:lnTo>
                  <a:pt x="42333" y="1905000"/>
                </a:lnTo>
                <a:cubicBezTo>
                  <a:pt x="18953" y="1905000"/>
                  <a:pt x="0" y="1886047"/>
                  <a:pt x="0" y="186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677333" y="152400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9" name="Shape 7"/>
          <p:cNvSpPr/>
          <p:nvPr/>
        </p:nvSpPr>
        <p:spPr>
          <a:xfrm>
            <a:off x="862542" y="16933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31750"/>
                </a:moveTo>
                <a:cubicBezTo>
                  <a:pt x="0" y="22969"/>
                  <a:pt x="7094" y="15875"/>
                  <a:pt x="15875" y="15875"/>
                </a:cubicBezTo>
                <a:lnTo>
                  <a:pt x="63500" y="15875"/>
                </a:lnTo>
                <a:cubicBezTo>
                  <a:pt x="72281" y="15875"/>
                  <a:pt x="79375" y="22969"/>
                  <a:pt x="79375" y="31750"/>
                </a:cubicBezTo>
                <a:cubicBezTo>
                  <a:pt x="79375" y="40531"/>
                  <a:pt x="72281" y="47625"/>
                  <a:pt x="63500" y="47625"/>
                </a:cubicBezTo>
                <a:lnTo>
                  <a:pt x="55563" y="47625"/>
                </a:lnTo>
                <a:lnTo>
                  <a:pt x="55563" y="103188"/>
                </a:lnTo>
                <a:lnTo>
                  <a:pt x="166688" y="103188"/>
                </a:lnTo>
                <a:lnTo>
                  <a:pt x="166688" y="47625"/>
                </a:lnTo>
                <a:lnTo>
                  <a:pt x="158750" y="47625"/>
                </a:lnTo>
                <a:cubicBezTo>
                  <a:pt x="149969" y="47625"/>
                  <a:pt x="142875" y="40531"/>
                  <a:pt x="142875" y="31750"/>
                </a:cubicBezTo>
                <a:cubicBezTo>
                  <a:pt x="142875" y="22969"/>
                  <a:pt x="149969" y="15875"/>
                  <a:pt x="158750" y="15875"/>
                </a:cubicBezTo>
                <a:lnTo>
                  <a:pt x="206375" y="15875"/>
                </a:lnTo>
                <a:cubicBezTo>
                  <a:pt x="215156" y="15875"/>
                  <a:pt x="222250" y="22969"/>
                  <a:pt x="222250" y="31750"/>
                </a:cubicBezTo>
                <a:cubicBezTo>
                  <a:pt x="222250" y="40531"/>
                  <a:pt x="215156" y="47625"/>
                  <a:pt x="206375" y="47625"/>
                </a:cubicBezTo>
                <a:lnTo>
                  <a:pt x="198438" y="47625"/>
                </a:lnTo>
                <a:lnTo>
                  <a:pt x="198438" y="206375"/>
                </a:lnTo>
                <a:lnTo>
                  <a:pt x="206375" y="206375"/>
                </a:lnTo>
                <a:cubicBezTo>
                  <a:pt x="215156" y="206375"/>
                  <a:pt x="222250" y="213469"/>
                  <a:pt x="222250" y="222250"/>
                </a:cubicBezTo>
                <a:cubicBezTo>
                  <a:pt x="222250" y="231031"/>
                  <a:pt x="215156" y="238125"/>
                  <a:pt x="206375" y="238125"/>
                </a:cubicBezTo>
                <a:lnTo>
                  <a:pt x="158750" y="238125"/>
                </a:lnTo>
                <a:cubicBezTo>
                  <a:pt x="149969" y="238125"/>
                  <a:pt x="142875" y="231031"/>
                  <a:pt x="142875" y="222250"/>
                </a:cubicBezTo>
                <a:cubicBezTo>
                  <a:pt x="142875" y="213469"/>
                  <a:pt x="149969" y="206375"/>
                  <a:pt x="158750" y="206375"/>
                </a:cubicBezTo>
                <a:lnTo>
                  <a:pt x="166688" y="206375"/>
                </a:lnTo>
                <a:lnTo>
                  <a:pt x="166688" y="134938"/>
                </a:lnTo>
                <a:lnTo>
                  <a:pt x="55563" y="134938"/>
                </a:lnTo>
                <a:lnTo>
                  <a:pt x="55563" y="206375"/>
                </a:lnTo>
                <a:lnTo>
                  <a:pt x="63500" y="206375"/>
                </a:lnTo>
                <a:cubicBezTo>
                  <a:pt x="72281" y="206375"/>
                  <a:pt x="79375" y="213469"/>
                  <a:pt x="79375" y="222250"/>
                </a:cubicBezTo>
                <a:cubicBezTo>
                  <a:pt x="79375" y="231031"/>
                  <a:pt x="72281" y="238125"/>
                  <a:pt x="63500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cubicBezTo>
                  <a:pt x="0" y="213469"/>
                  <a:pt x="7094" y="206375"/>
                  <a:pt x="15875" y="206375"/>
                </a:cubicBezTo>
                <a:lnTo>
                  <a:pt x="23812" y="206375"/>
                </a:lnTo>
                <a:lnTo>
                  <a:pt x="23812" y="47625"/>
                </a:lnTo>
                <a:lnTo>
                  <a:pt x="15875" y="47625"/>
                </a:lnTo>
                <a:cubicBezTo>
                  <a:pt x="7094" y="47625"/>
                  <a:pt x="0" y="40531"/>
                  <a:pt x="0" y="317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439333" y="1524000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结构化排版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82333" y="1545167"/>
            <a:ext cx="846667" cy="296333"/>
          </a:xfrm>
          <a:custGeom>
            <a:avLst/>
            <a:gdLst/>
            <a:ahLst/>
            <a:cxnLst/>
            <a:rect l="l" t="t" r="r" b="b"/>
            <a:pathLst>
              <a:path w="846667" h="296333">
                <a:moveTo>
                  <a:pt x="148167" y="0"/>
                </a:moveTo>
                <a:lnTo>
                  <a:pt x="698500" y="0"/>
                </a:lnTo>
                <a:cubicBezTo>
                  <a:pt x="780275" y="0"/>
                  <a:pt x="846667" y="66391"/>
                  <a:pt x="846667" y="148167"/>
                </a:cubicBezTo>
                <a:lnTo>
                  <a:pt x="846667" y="148167"/>
                </a:lnTo>
                <a:cubicBezTo>
                  <a:pt x="846667" y="229942"/>
                  <a:pt x="780275" y="296333"/>
                  <a:pt x="698500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EC3A1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582333" y="1545167"/>
            <a:ext cx="920750" cy="296333"/>
          </a:xfrm>
          <a:prstGeom prst="rect">
            <a:avLst/>
          </a:prstGeom>
          <a:noFill/>
        </p:spPr>
        <p:txBody>
          <a:bodyPr wrap="square" lIns="127000" tIns="42333" rIns="127000" bIns="42333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效率关键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9333" y="1989667"/>
            <a:ext cx="7979833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摒弃手动格式化，使用</a:t>
            </a: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"样式"功能（标题1、标题2等）</a:t>
            </a: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进行文档排版，实现一键统一格式、自动生成目录、快速导航。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39333" y="2667000"/>
            <a:ext cx="1418167" cy="338667"/>
          </a:xfrm>
          <a:custGeom>
            <a:avLst/>
            <a:gdLst/>
            <a:ahLst/>
            <a:cxnLst/>
            <a:rect l="l" t="t" r="r" b="b"/>
            <a:pathLst>
              <a:path w="1418167" h="338667">
                <a:moveTo>
                  <a:pt x="84667" y="0"/>
                </a:moveTo>
                <a:lnTo>
                  <a:pt x="1333500" y="0"/>
                </a:lnTo>
                <a:cubicBezTo>
                  <a:pt x="1380260" y="0"/>
                  <a:pt x="1418167" y="37907"/>
                  <a:pt x="1418167" y="84667"/>
                </a:cubicBezTo>
                <a:lnTo>
                  <a:pt x="1418167" y="254000"/>
                </a:lnTo>
                <a:cubicBezTo>
                  <a:pt x="1418167" y="300760"/>
                  <a:pt x="1380260" y="338667"/>
                  <a:pt x="13335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1587500" y="2762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15321" y="3531"/>
                </a:moveTo>
                <a:lnTo>
                  <a:pt x="89797" y="29055"/>
                </a:lnTo>
                <a:lnTo>
                  <a:pt x="119112" y="58370"/>
                </a:lnTo>
                <a:lnTo>
                  <a:pt x="144636" y="32846"/>
                </a:lnTo>
                <a:cubicBezTo>
                  <a:pt x="146893" y="30559"/>
                  <a:pt x="148167" y="27492"/>
                  <a:pt x="148167" y="24309"/>
                </a:cubicBezTo>
                <a:cubicBezTo>
                  <a:pt x="148167" y="21125"/>
                  <a:pt x="146893" y="18058"/>
                  <a:pt x="144636" y="15772"/>
                </a:cubicBezTo>
                <a:lnTo>
                  <a:pt x="132395" y="3531"/>
                </a:lnTo>
                <a:cubicBezTo>
                  <a:pt x="130109" y="1273"/>
                  <a:pt x="127041" y="0"/>
                  <a:pt x="123858" y="0"/>
                </a:cubicBezTo>
                <a:cubicBezTo>
                  <a:pt x="120675" y="0"/>
                  <a:pt x="117607" y="1273"/>
                  <a:pt x="115321" y="3531"/>
                </a:cubicBezTo>
                <a:close/>
                <a:moveTo>
                  <a:pt x="79987" y="38865"/>
                </a:moveTo>
                <a:lnTo>
                  <a:pt x="3531" y="115321"/>
                </a:lnTo>
                <a:cubicBezTo>
                  <a:pt x="1273" y="117607"/>
                  <a:pt x="0" y="120675"/>
                  <a:pt x="0" y="123858"/>
                </a:cubicBezTo>
                <a:cubicBezTo>
                  <a:pt x="0" y="127041"/>
                  <a:pt x="1273" y="130109"/>
                  <a:pt x="3531" y="132395"/>
                </a:cubicBezTo>
                <a:lnTo>
                  <a:pt x="15772" y="144636"/>
                </a:lnTo>
                <a:cubicBezTo>
                  <a:pt x="18058" y="146893"/>
                  <a:pt x="21125" y="148167"/>
                  <a:pt x="24309" y="148167"/>
                </a:cubicBezTo>
                <a:cubicBezTo>
                  <a:pt x="27492" y="148167"/>
                  <a:pt x="30559" y="146893"/>
                  <a:pt x="32846" y="144636"/>
                </a:cubicBezTo>
                <a:lnTo>
                  <a:pt x="109302" y="68180"/>
                </a:lnTo>
                <a:lnTo>
                  <a:pt x="79987" y="38865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6" name="Text 14"/>
          <p:cNvSpPr/>
          <p:nvPr/>
        </p:nvSpPr>
        <p:spPr>
          <a:xfrm>
            <a:off x="1836208" y="2730500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一键统一格式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79208" y="2667000"/>
            <a:ext cx="1418167" cy="338667"/>
          </a:xfrm>
          <a:custGeom>
            <a:avLst/>
            <a:gdLst/>
            <a:ahLst/>
            <a:cxnLst/>
            <a:rect l="l" t="t" r="r" b="b"/>
            <a:pathLst>
              <a:path w="1418167" h="338667">
                <a:moveTo>
                  <a:pt x="84667" y="0"/>
                </a:moveTo>
                <a:lnTo>
                  <a:pt x="1333500" y="0"/>
                </a:lnTo>
                <a:cubicBezTo>
                  <a:pt x="1380260" y="0"/>
                  <a:pt x="1418167" y="37907"/>
                  <a:pt x="1418167" y="84667"/>
                </a:cubicBezTo>
                <a:lnTo>
                  <a:pt x="1418167" y="254000"/>
                </a:lnTo>
                <a:cubicBezTo>
                  <a:pt x="1418167" y="300760"/>
                  <a:pt x="1380260" y="338667"/>
                  <a:pt x="13335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3127375" y="2762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3891" y="41672"/>
                </a:moveTo>
                <a:cubicBezTo>
                  <a:pt x="21557" y="41672"/>
                  <a:pt x="27781" y="35448"/>
                  <a:pt x="27781" y="27781"/>
                </a:cubicBezTo>
                <a:cubicBezTo>
                  <a:pt x="27781" y="20115"/>
                  <a:pt x="21557" y="13891"/>
                  <a:pt x="13891" y="13891"/>
                </a:cubicBezTo>
                <a:cubicBezTo>
                  <a:pt x="6224" y="13891"/>
                  <a:pt x="0" y="20115"/>
                  <a:pt x="0" y="27781"/>
                </a:cubicBezTo>
                <a:cubicBezTo>
                  <a:pt x="0" y="35448"/>
                  <a:pt x="6224" y="41672"/>
                  <a:pt x="13891" y="41672"/>
                </a:cubicBezTo>
                <a:close/>
                <a:moveTo>
                  <a:pt x="55562" y="18521"/>
                </a:moveTo>
                <a:cubicBezTo>
                  <a:pt x="50440" y="18521"/>
                  <a:pt x="46302" y="22659"/>
                  <a:pt x="46302" y="27781"/>
                </a:cubicBezTo>
                <a:cubicBezTo>
                  <a:pt x="46302" y="32903"/>
                  <a:pt x="50440" y="37042"/>
                  <a:pt x="55562" y="37042"/>
                </a:cubicBezTo>
                <a:lnTo>
                  <a:pt x="138906" y="37042"/>
                </a:lnTo>
                <a:cubicBezTo>
                  <a:pt x="144028" y="37042"/>
                  <a:pt x="148167" y="32903"/>
                  <a:pt x="148167" y="27781"/>
                </a:cubicBezTo>
                <a:cubicBezTo>
                  <a:pt x="148167" y="22659"/>
                  <a:pt x="144028" y="18521"/>
                  <a:pt x="138906" y="18521"/>
                </a:cubicBezTo>
                <a:lnTo>
                  <a:pt x="55562" y="18521"/>
                </a:lnTo>
                <a:close/>
                <a:moveTo>
                  <a:pt x="55562" y="64823"/>
                </a:moveTo>
                <a:cubicBezTo>
                  <a:pt x="50440" y="64823"/>
                  <a:pt x="46302" y="68961"/>
                  <a:pt x="46302" y="74083"/>
                </a:cubicBezTo>
                <a:cubicBezTo>
                  <a:pt x="46302" y="79206"/>
                  <a:pt x="50440" y="83344"/>
                  <a:pt x="55562" y="83344"/>
                </a:cubicBezTo>
                <a:lnTo>
                  <a:pt x="138906" y="83344"/>
                </a:lnTo>
                <a:cubicBezTo>
                  <a:pt x="144028" y="83344"/>
                  <a:pt x="148167" y="79206"/>
                  <a:pt x="148167" y="74083"/>
                </a:cubicBezTo>
                <a:cubicBezTo>
                  <a:pt x="148167" y="68961"/>
                  <a:pt x="144028" y="64823"/>
                  <a:pt x="138906" y="64823"/>
                </a:cubicBezTo>
                <a:lnTo>
                  <a:pt x="55562" y="64823"/>
                </a:lnTo>
                <a:close/>
                <a:moveTo>
                  <a:pt x="55562" y="111125"/>
                </a:moveTo>
                <a:cubicBezTo>
                  <a:pt x="50440" y="111125"/>
                  <a:pt x="46302" y="115263"/>
                  <a:pt x="46302" y="120385"/>
                </a:cubicBezTo>
                <a:cubicBezTo>
                  <a:pt x="46302" y="125508"/>
                  <a:pt x="50440" y="129646"/>
                  <a:pt x="55562" y="129646"/>
                </a:cubicBezTo>
                <a:lnTo>
                  <a:pt x="138906" y="129646"/>
                </a:lnTo>
                <a:cubicBezTo>
                  <a:pt x="144028" y="129646"/>
                  <a:pt x="148167" y="125508"/>
                  <a:pt x="148167" y="120385"/>
                </a:cubicBezTo>
                <a:cubicBezTo>
                  <a:pt x="148167" y="115263"/>
                  <a:pt x="144028" y="111125"/>
                  <a:pt x="138906" y="111125"/>
                </a:cubicBezTo>
                <a:lnTo>
                  <a:pt x="55562" y="111125"/>
                </a:lnTo>
                <a:close/>
                <a:moveTo>
                  <a:pt x="13891" y="134276"/>
                </a:moveTo>
                <a:cubicBezTo>
                  <a:pt x="21557" y="134276"/>
                  <a:pt x="27781" y="128052"/>
                  <a:pt x="27781" y="120385"/>
                </a:cubicBezTo>
                <a:cubicBezTo>
                  <a:pt x="27781" y="112719"/>
                  <a:pt x="21557" y="106495"/>
                  <a:pt x="13891" y="106495"/>
                </a:cubicBezTo>
                <a:cubicBezTo>
                  <a:pt x="6224" y="106495"/>
                  <a:pt x="0" y="112719"/>
                  <a:pt x="0" y="120385"/>
                </a:cubicBezTo>
                <a:cubicBezTo>
                  <a:pt x="0" y="128052"/>
                  <a:pt x="6224" y="134276"/>
                  <a:pt x="13891" y="134276"/>
                </a:cubicBezTo>
                <a:close/>
                <a:moveTo>
                  <a:pt x="27781" y="74083"/>
                </a:moveTo>
                <a:cubicBezTo>
                  <a:pt x="27781" y="66417"/>
                  <a:pt x="21557" y="60193"/>
                  <a:pt x="13891" y="60193"/>
                </a:cubicBezTo>
                <a:cubicBezTo>
                  <a:pt x="6224" y="60193"/>
                  <a:pt x="0" y="66417"/>
                  <a:pt x="0" y="74083"/>
                </a:cubicBezTo>
                <a:cubicBezTo>
                  <a:pt x="0" y="81750"/>
                  <a:pt x="6224" y="87974"/>
                  <a:pt x="13891" y="87974"/>
                </a:cubicBezTo>
                <a:cubicBezTo>
                  <a:pt x="21557" y="87974"/>
                  <a:pt x="27781" y="81750"/>
                  <a:pt x="27781" y="7408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19" name="Text 17"/>
          <p:cNvSpPr/>
          <p:nvPr/>
        </p:nvSpPr>
        <p:spPr>
          <a:xfrm>
            <a:off x="3376083" y="2730500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自动生成目录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19083" y="2667000"/>
            <a:ext cx="1121833" cy="338667"/>
          </a:xfrm>
          <a:custGeom>
            <a:avLst/>
            <a:gdLst/>
            <a:ahLst/>
            <a:cxnLst/>
            <a:rect l="l" t="t" r="r" b="b"/>
            <a:pathLst>
              <a:path w="1121833" h="338667">
                <a:moveTo>
                  <a:pt x="84667" y="0"/>
                </a:moveTo>
                <a:lnTo>
                  <a:pt x="1037167" y="0"/>
                </a:lnTo>
                <a:cubicBezTo>
                  <a:pt x="1083927" y="0"/>
                  <a:pt x="1121833" y="37907"/>
                  <a:pt x="1121833" y="84667"/>
                </a:cubicBezTo>
                <a:lnTo>
                  <a:pt x="1121833" y="254000"/>
                </a:lnTo>
                <a:cubicBezTo>
                  <a:pt x="1121833" y="300760"/>
                  <a:pt x="1083927" y="338667"/>
                  <a:pt x="1037167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667250" y="2762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88755" y="94080"/>
                </a:moveTo>
                <a:lnTo>
                  <a:pt x="46997" y="110141"/>
                </a:lnTo>
                <a:cubicBezTo>
                  <a:pt x="41382" y="112311"/>
                  <a:pt x="35855" y="106784"/>
                  <a:pt x="38026" y="101170"/>
                </a:cubicBezTo>
                <a:lnTo>
                  <a:pt x="54087" y="59411"/>
                </a:lnTo>
                <a:cubicBezTo>
                  <a:pt x="55042" y="56952"/>
                  <a:pt x="56952" y="55042"/>
                  <a:pt x="59411" y="54087"/>
                </a:cubicBezTo>
                <a:lnTo>
                  <a:pt x="101170" y="38026"/>
                </a:lnTo>
                <a:cubicBezTo>
                  <a:pt x="106784" y="35855"/>
                  <a:pt x="112311" y="41382"/>
                  <a:pt x="110141" y="46997"/>
                </a:cubicBezTo>
                <a:lnTo>
                  <a:pt x="94080" y="88755"/>
                </a:lnTo>
                <a:cubicBezTo>
                  <a:pt x="93154" y="91215"/>
                  <a:pt x="91215" y="93125"/>
                  <a:pt x="88755" y="94080"/>
                </a:cubicBezTo>
                <a:close/>
                <a:moveTo>
                  <a:pt x="83344" y="74083"/>
                </a:moveTo>
                <a:cubicBezTo>
                  <a:pt x="83344" y="68972"/>
                  <a:pt x="79194" y="64823"/>
                  <a:pt x="74083" y="64823"/>
                </a:cubicBezTo>
                <a:cubicBezTo>
                  <a:pt x="68972" y="64823"/>
                  <a:pt x="64823" y="68972"/>
                  <a:pt x="64823" y="74083"/>
                </a:cubicBezTo>
                <a:cubicBezTo>
                  <a:pt x="64823" y="79194"/>
                  <a:pt x="68972" y="83344"/>
                  <a:pt x="74083" y="83344"/>
                </a:cubicBezTo>
                <a:cubicBezTo>
                  <a:pt x="79194" y="83344"/>
                  <a:pt x="83344" y="79194"/>
                  <a:pt x="83344" y="74083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2" name="Text 20"/>
          <p:cNvSpPr/>
          <p:nvPr/>
        </p:nvSpPr>
        <p:spPr>
          <a:xfrm>
            <a:off x="4915958" y="2730500"/>
            <a:ext cx="666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便于导航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500" y="3386667"/>
            <a:ext cx="9101667" cy="1693333"/>
          </a:xfrm>
          <a:custGeom>
            <a:avLst/>
            <a:gdLst/>
            <a:ahLst/>
            <a:cxnLst/>
            <a:rect l="l" t="t" r="r" b="b"/>
            <a:pathLst>
              <a:path w="9101667" h="1693333">
                <a:moveTo>
                  <a:pt x="42333" y="0"/>
                </a:moveTo>
                <a:lnTo>
                  <a:pt x="8974667" y="0"/>
                </a:lnTo>
                <a:cubicBezTo>
                  <a:pt x="9044807" y="0"/>
                  <a:pt x="9101667" y="56860"/>
                  <a:pt x="9101667" y="127000"/>
                </a:cubicBezTo>
                <a:lnTo>
                  <a:pt x="9101667" y="1566333"/>
                </a:lnTo>
                <a:cubicBezTo>
                  <a:pt x="9101667" y="1636473"/>
                  <a:pt x="9044807" y="1693333"/>
                  <a:pt x="8974667" y="1693333"/>
                </a:cubicBezTo>
                <a:lnTo>
                  <a:pt x="42333" y="1693333"/>
                </a:lnTo>
                <a:cubicBezTo>
                  <a:pt x="18953" y="1693333"/>
                  <a:pt x="0" y="1674380"/>
                  <a:pt x="0" y="165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4" name="Shape 22"/>
          <p:cNvSpPr/>
          <p:nvPr/>
        </p:nvSpPr>
        <p:spPr>
          <a:xfrm>
            <a:off x="444500" y="3386667"/>
            <a:ext cx="42333" cy="1693333"/>
          </a:xfrm>
          <a:custGeom>
            <a:avLst/>
            <a:gdLst/>
            <a:ahLst/>
            <a:cxnLst/>
            <a:rect l="l" t="t" r="r" b="b"/>
            <a:pathLst>
              <a:path w="42333" h="1693333">
                <a:moveTo>
                  <a:pt x="42333" y="0"/>
                </a:moveTo>
                <a:lnTo>
                  <a:pt x="42333" y="0"/>
                </a:lnTo>
                <a:lnTo>
                  <a:pt x="42333" y="1693333"/>
                </a:lnTo>
                <a:lnTo>
                  <a:pt x="42333" y="1693333"/>
                </a:lnTo>
                <a:cubicBezTo>
                  <a:pt x="18953" y="1693333"/>
                  <a:pt x="0" y="1674380"/>
                  <a:pt x="0" y="165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5" name="Shape 23"/>
          <p:cNvSpPr/>
          <p:nvPr/>
        </p:nvSpPr>
        <p:spPr>
          <a:xfrm>
            <a:off x="677333" y="3598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6" name="Shape 24"/>
          <p:cNvSpPr/>
          <p:nvPr/>
        </p:nvSpPr>
        <p:spPr>
          <a:xfrm>
            <a:off x="814917" y="376766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439333" y="3598333"/>
            <a:ext cx="80221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协作与审阅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39333" y="4064000"/>
            <a:ext cx="2550583" cy="804333"/>
          </a:xfrm>
          <a:custGeom>
            <a:avLst/>
            <a:gdLst/>
            <a:ahLst/>
            <a:cxnLst/>
            <a:rect l="l" t="t" r="r" b="b"/>
            <a:pathLst>
              <a:path w="2550583" h="804333">
                <a:moveTo>
                  <a:pt x="84664" y="0"/>
                </a:moveTo>
                <a:lnTo>
                  <a:pt x="2465919" y="0"/>
                </a:lnTo>
                <a:cubicBezTo>
                  <a:pt x="2512678" y="0"/>
                  <a:pt x="2550583" y="37905"/>
                  <a:pt x="2550583" y="84664"/>
                </a:cubicBezTo>
                <a:lnTo>
                  <a:pt x="2550583" y="719669"/>
                </a:lnTo>
                <a:cubicBezTo>
                  <a:pt x="2550583" y="766428"/>
                  <a:pt x="2512678" y="804333"/>
                  <a:pt x="2465919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9" name="Shape 27"/>
          <p:cNvSpPr/>
          <p:nvPr/>
        </p:nvSpPr>
        <p:spPr>
          <a:xfrm>
            <a:off x="1587500" y="4233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9333" y="79375"/>
                </a:moveTo>
                <a:cubicBezTo>
                  <a:pt x="169333" y="123197"/>
                  <a:pt x="131432" y="158750"/>
                  <a:pt x="84667" y="158750"/>
                </a:cubicBezTo>
                <a:cubicBezTo>
                  <a:pt x="72397" y="158750"/>
                  <a:pt x="60755" y="156303"/>
                  <a:pt x="50238" y="151904"/>
                </a:cubicBezTo>
                <a:lnTo>
                  <a:pt x="11079" y="168705"/>
                </a:lnTo>
                <a:cubicBezTo>
                  <a:pt x="7971" y="170028"/>
                  <a:pt x="4399" y="169267"/>
                  <a:pt x="2117" y="166787"/>
                </a:cubicBezTo>
                <a:cubicBezTo>
                  <a:pt x="-165" y="164306"/>
                  <a:pt x="-661" y="160668"/>
                  <a:pt x="926" y="157692"/>
                </a:cubicBezTo>
                <a:lnTo>
                  <a:pt x="17066" y="127198"/>
                </a:lnTo>
                <a:cubicBezTo>
                  <a:pt x="6350" y="113870"/>
                  <a:pt x="0" y="97334"/>
                  <a:pt x="0" y="79375"/>
                </a:cubicBezTo>
                <a:cubicBezTo>
                  <a:pt x="0" y="35553"/>
                  <a:pt x="37902" y="0"/>
                  <a:pt x="84667" y="0"/>
                </a:cubicBezTo>
                <a:cubicBezTo>
                  <a:pt x="131432" y="0"/>
                  <a:pt x="169333" y="35553"/>
                  <a:pt x="169333" y="79375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0" name="Text 28"/>
          <p:cNvSpPr/>
          <p:nvPr/>
        </p:nvSpPr>
        <p:spPr>
          <a:xfrm>
            <a:off x="1862667" y="4191000"/>
            <a:ext cx="359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批注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66333" y="4529667"/>
            <a:ext cx="237066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提出问题和讨论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11956" y="4064000"/>
            <a:ext cx="2550583" cy="804333"/>
          </a:xfrm>
          <a:custGeom>
            <a:avLst/>
            <a:gdLst/>
            <a:ahLst/>
            <a:cxnLst/>
            <a:rect l="l" t="t" r="r" b="b"/>
            <a:pathLst>
              <a:path w="2550583" h="804333">
                <a:moveTo>
                  <a:pt x="84664" y="0"/>
                </a:moveTo>
                <a:lnTo>
                  <a:pt x="2465919" y="0"/>
                </a:lnTo>
                <a:cubicBezTo>
                  <a:pt x="2512678" y="0"/>
                  <a:pt x="2550583" y="37905"/>
                  <a:pt x="2550583" y="84664"/>
                </a:cubicBezTo>
                <a:lnTo>
                  <a:pt x="2550583" y="719669"/>
                </a:lnTo>
                <a:cubicBezTo>
                  <a:pt x="2550583" y="766428"/>
                  <a:pt x="2512678" y="804333"/>
                  <a:pt x="2465919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3" name="Shape 31"/>
          <p:cNvSpPr/>
          <p:nvPr/>
        </p:nvSpPr>
        <p:spPr>
          <a:xfrm>
            <a:off x="4260122" y="4233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5972" y="7177"/>
                </a:moveTo>
                <a:cubicBezTo>
                  <a:pt x="148729" y="-66"/>
                  <a:pt x="137021" y="-66"/>
                  <a:pt x="129778" y="7177"/>
                </a:cubicBezTo>
                <a:lnTo>
                  <a:pt x="121708" y="15247"/>
                </a:lnTo>
                <a:lnTo>
                  <a:pt x="154087" y="47625"/>
                </a:lnTo>
                <a:lnTo>
                  <a:pt x="162157" y="39555"/>
                </a:lnTo>
                <a:cubicBezTo>
                  <a:pt x="169399" y="32312"/>
                  <a:pt x="169399" y="20604"/>
                  <a:pt x="162157" y="13361"/>
                </a:cubicBezTo>
                <a:lnTo>
                  <a:pt x="155972" y="7177"/>
                </a:lnTo>
                <a:close/>
                <a:moveTo>
                  <a:pt x="57018" y="79937"/>
                </a:moveTo>
                <a:cubicBezTo>
                  <a:pt x="55000" y="81955"/>
                  <a:pt x="53446" y="84435"/>
                  <a:pt x="52553" y="87180"/>
                </a:cubicBezTo>
                <a:lnTo>
                  <a:pt x="42763" y="116549"/>
                </a:lnTo>
                <a:cubicBezTo>
                  <a:pt x="41804" y="119393"/>
                  <a:pt x="42565" y="122535"/>
                  <a:pt x="44682" y="124685"/>
                </a:cubicBezTo>
                <a:cubicBezTo>
                  <a:pt x="46798" y="126835"/>
                  <a:pt x="49940" y="127562"/>
                  <a:pt x="52817" y="126603"/>
                </a:cubicBezTo>
                <a:lnTo>
                  <a:pt x="82186" y="116814"/>
                </a:lnTo>
                <a:cubicBezTo>
                  <a:pt x="84898" y="115921"/>
                  <a:pt x="87379" y="114366"/>
                  <a:pt x="89429" y="112349"/>
                </a:cubicBezTo>
                <a:lnTo>
                  <a:pt x="142875" y="58837"/>
                </a:lnTo>
                <a:lnTo>
                  <a:pt x="110497" y="26458"/>
                </a:lnTo>
                <a:lnTo>
                  <a:pt x="57018" y="79937"/>
                </a:lnTo>
                <a:close/>
                <a:moveTo>
                  <a:pt x="31750" y="21167"/>
                </a:moveTo>
                <a:cubicBezTo>
                  <a:pt x="14221" y="21167"/>
                  <a:pt x="0" y="35388"/>
                  <a:pt x="0" y="52917"/>
                </a:cubicBezTo>
                <a:lnTo>
                  <a:pt x="0" y="137583"/>
                </a:lnTo>
                <a:cubicBezTo>
                  <a:pt x="0" y="155112"/>
                  <a:pt x="14221" y="169333"/>
                  <a:pt x="31750" y="169333"/>
                </a:cubicBezTo>
                <a:lnTo>
                  <a:pt x="116417" y="169333"/>
                </a:lnTo>
                <a:cubicBezTo>
                  <a:pt x="133945" y="169333"/>
                  <a:pt x="148167" y="155112"/>
                  <a:pt x="148167" y="137583"/>
                </a:cubicBezTo>
                <a:lnTo>
                  <a:pt x="148167" y="105833"/>
                </a:lnTo>
                <a:cubicBezTo>
                  <a:pt x="148167" y="99979"/>
                  <a:pt x="143437" y="95250"/>
                  <a:pt x="137583" y="95250"/>
                </a:cubicBezTo>
                <a:cubicBezTo>
                  <a:pt x="131729" y="95250"/>
                  <a:pt x="127000" y="99979"/>
                  <a:pt x="127000" y="105833"/>
                </a:cubicBezTo>
                <a:lnTo>
                  <a:pt x="127000" y="137583"/>
                </a:lnTo>
                <a:cubicBezTo>
                  <a:pt x="127000" y="143437"/>
                  <a:pt x="122271" y="148167"/>
                  <a:pt x="116417" y="148167"/>
                </a:cubicBezTo>
                <a:lnTo>
                  <a:pt x="31750" y="148167"/>
                </a:lnTo>
                <a:cubicBezTo>
                  <a:pt x="25896" y="148167"/>
                  <a:pt x="21167" y="143437"/>
                  <a:pt x="21167" y="137583"/>
                </a:cubicBezTo>
                <a:lnTo>
                  <a:pt x="21167" y="52917"/>
                </a:lnTo>
                <a:cubicBezTo>
                  <a:pt x="21167" y="47063"/>
                  <a:pt x="25896" y="42333"/>
                  <a:pt x="31750" y="42333"/>
                </a:cubicBezTo>
                <a:lnTo>
                  <a:pt x="63500" y="42333"/>
                </a:lnTo>
                <a:cubicBezTo>
                  <a:pt x="69354" y="42333"/>
                  <a:pt x="74083" y="37604"/>
                  <a:pt x="74083" y="31750"/>
                </a:cubicBezTo>
                <a:cubicBezTo>
                  <a:pt x="74083" y="25896"/>
                  <a:pt x="69354" y="21167"/>
                  <a:pt x="63500" y="21167"/>
                </a:cubicBezTo>
                <a:lnTo>
                  <a:pt x="31750" y="21167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34" name="Text 32"/>
          <p:cNvSpPr/>
          <p:nvPr/>
        </p:nvSpPr>
        <p:spPr>
          <a:xfrm>
            <a:off x="4535289" y="4191000"/>
            <a:ext cx="359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修订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38956" y="4529667"/>
            <a:ext cx="237066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记录更改痕迹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84578" y="4064000"/>
            <a:ext cx="2550583" cy="804333"/>
          </a:xfrm>
          <a:custGeom>
            <a:avLst/>
            <a:gdLst/>
            <a:ahLst/>
            <a:cxnLst/>
            <a:rect l="l" t="t" r="r" b="b"/>
            <a:pathLst>
              <a:path w="2550583" h="804333">
                <a:moveTo>
                  <a:pt x="84664" y="0"/>
                </a:moveTo>
                <a:lnTo>
                  <a:pt x="2465919" y="0"/>
                </a:lnTo>
                <a:cubicBezTo>
                  <a:pt x="2512678" y="0"/>
                  <a:pt x="2550583" y="37905"/>
                  <a:pt x="2550583" y="84664"/>
                </a:cubicBezTo>
                <a:lnTo>
                  <a:pt x="2550583" y="719669"/>
                </a:lnTo>
                <a:cubicBezTo>
                  <a:pt x="2550583" y="766428"/>
                  <a:pt x="2512678" y="804333"/>
                  <a:pt x="2465919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7" name="Shape 35"/>
          <p:cNvSpPr/>
          <p:nvPr/>
        </p:nvSpPr>
        <p:spPr>
          <a:xfrm>
            <a:off x="6922161" y="423333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21167" y="42333"/>
                </a:moveTo>
                <a:cubicBezTo>
                  <a:pt x="21167" y="21889"/>
                  <a:pt x="37764" y="5292"/>
                  <a:pt x="58208" y="5292"/>
                </a:cubicBezTo>
                <a:cubicBezTo>
                  <a:pt x="78652" y="5292"/>
                  <a:pt x="95250" y="21889"/>
                  <a:pt x="95250" y="42333"/>
                </a:cubicBezTo>
                <a:cubicBezTo>
                  <a:pt x="95250" y="62777"/>
                  <a:pt x="78652" y="79375"/>
                  <a:pt x="58208" y="79375"/>
                </a:cubicBezTo>
                <a:cubicBezTo>
                  <a:pt x="37764" y="79375"/>
                  <a:pt x="21167" y="62777"/>
                  <a:pt x="21167" y="42333"/>
                </a:cubicBezTo>
                <a:close/>
                <a:moveTo>
                  <a:pt x="0" y="153458"/>
                </a:moveTo>
                <a:cubicBezTo>
                  <a:pt x="0" y="121311"/>
                  <a:pt x="26061" y="95250"/>
                  <a:pt x="58208" y="95250"/>
                </a:cubicBezTo>
                <a:cubicBezTo>
                  <a:pt x="90355" y="95250"/>
                  <a:pt x="116417" y="121311"/>
                  <a:pt x="116417" y="153458"/>
                </a:cubicBezTo>
                <a:lnTo>
                  <a:pt x="116417" y="155443"/>
                </a:lnTo>
                <a:cubicBezTo>
                  <a:pt x="116417" y="163116"/>
                  <a:pt x="110199" y="169333"/>
                  <a:pt x="102526" y="169333"/>
                </a:cubicBezTo>
                <a:lnTo>
                  <a:pt x="13891" y="169333"/>
                </a:lnTo>
                <a:cubicBezTo>
                  <a:pt x="6218" y="169333"/>
                  <a:pt x="0" y="163116"/>
                  <a:pt x="0" y="155443"/>
                </a:cubicBezTo>
                <a:lnTo>
                  <a:pt x="0" y="153458"/>
                </a:lnTo>
                <a:close/>
                <a:moveTo>
                  <a:pt x="142875" y="21167"/>
                </a:moveTo>
                <a:cubicBezTo>
                  <a:pt x="160398" y="21167"/>
                  <a:pt x="174625" y="35393"/>
                  <a:pt x="174625" y="52917"/>
                </a:cubicBezTo>
                <a:cubicBezTo>
                  <a:pt x="174625" y="70440"/>
                  <a:pt x="160398" y="84667"/>
                  <a:pt x="142875" y="84667"/>
                </a:cubicBezTo>
                <a:cubicBezTo>
                  <a:pt x="125352" y="84667"/>
                  <a:pt x="111125" y="70440"/>
                  <a:pt x="111125" y="52917"/>
                </a:cubicBezTo>
                <a:cubicBezTo>
                  <a:pt x="111125" y="35393"/>
                  <a:pt x="125352" y="21167"/>
                  <a:pt x="142875" y="21167"/>
                </a:cubicBezTo>
                <a:close/>
                <a:moveTo>
                  <a:pt x="142875" y="100542"/>
                </a:moveTo>
                <a:cubicBezTo>
                  <a:pt x="169168" y="100542"/>
                  <a:pt x="190500" y="121874"/>
                  <a:pt x="190500" y="148167"/>
                </a:cubicBezTo>
                <a:lnTo>
                  <a:pt x="190500" y="155575"/>
                </a:lnTo>
                <a:cubicBezTo>
                  <a:pt x="190500" y="163182"/>
                  <a:pt x="184348" y="169333"/>
                  <a:pt x="176742" y="169333"/>
                </a:cubicBezTo>
                <a:lnTo>
                  <a:pt x="128852" y="169333"/>
                </a:lnTo>
                <a:cubicBezTo>
                  <a:pt x="131035" y="165199"/>
                  <a:pt x="132292" y="160470"/>
                  <a:pt x="132292" y="155443"/>
                </a:cubicBezTo>
                <a:lnTo>
                  <a:pt x="132292" y="153458"/>
                </a:lnTo>
                <a:cubicBezTo>
                  <a:pt x="132292" y="136426"/>
                  <a:pt x="126537" y="120749"/>
                  <a:pt x="116913" y="108248"/>
                </a:cubicBezTo>
                <a:cubicBezTo>
                  <a:pt x="124387" y="103386"/>
                  <a:pt x="133317" y="100542"/>
                  <a:pt x="142875" y="100542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8" name="Text 36"/>
          <p:cNvSpPr/>
          <p:nvPr/>
        </p:nvSpPr>
        <p:spPr>
          <a:xfrm>
            <a:off x="7207911" y="4191000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共同编辑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11578" y="4529667"/>
            <a:ext cx="237066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实时协作处理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4500" y="5249333"/>
            <a:ext cx="9101667" cy="1397000"/>
          </a:xfrm>
          <a:custGeom>
            <a:avLst/>
            <a:gdLst/>
            <a:ahLst/>
            <a:cxnLst/>
            <a:rect l="l" t="t" r="r" b="b"/>
            <a:pathLst>
              <a:path w="9101667" h="1397000">
                <a:moveTo>
                  <a:pt x="42333" y="0"/>
                </a:moveTo>
                <a:lnTo>
                  <a:pt x="8974665" y="0"/>
                </a:lnTo>
                <a:cubicBezTo>
                  <a:pt x="9044806" y="0"/>
                  <a:pt x="9101667" y="56860"/>
                  <a:pt x="9101667" y="127001"/>
                </a:cubicBezTo>
                <a:lnTo>
                  <a:pt x="9101667" y="1269999"/>
                </a:lnTo>
                <a:cubicBezTo>
                  <a:pt x="9101667" y="1340140"/>
                  <a:pt x="9044806" y="1397000"/>
                  <a:pt x="8974665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41" name="Shape 39"/>
          <p:cNvSpPr/>
          <p:nvPr/>
        </p:nvSpPr>
        <p:spPr>
          <a:xfrm>
            <a:off x="444500" y="5249333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2" name="Shape 40"/>
          <p:cNvSpPr/>
          <p:nvPr/>
        </p:nvSpPr>
        <p:spPr>
          <a:xfrm>
            <a:off x="677333" y="546100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3" name="Shape 41"/>
          <p:cNvSpPr/>
          <p:nvPr/>
        </p:nvSpPr>
        <p:spPr>
          <a:xfrm>
            <a:off x="830792" y="56303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1439333" y="5461000"/>
            <a:ext cx="80221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其他效率工具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465792" y="59690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71979" y="85990"/>
                </a:moveTo>
                <a:cubicBezTo>
                  <a:pt x="171979" y="104965"/>
                  <a:pt x="165819" y="122494"/>
                  <a:pt x="155443" y="136715"/>
                </a:cubicBezTo>
                <a:lnTo>
                  <a:pt x="207781" y="189094"/>
                </a:lnTo>
                <a:cubicBezTo>
                  <a:pt x="212948" y="194262"/>
                  <a:pt x="212948" y="202654"/>
                  <a:pt x="207781" y="207822"/>
                </a:cubicBezTo>
                <a:cubicBezTo>
                  <a:pt x="202613" y="212990"/>
                  <a:pt x="194221" y="212990"/>
                  <a:pt x="189053" y="207822"/>
                </a:cubicBezTo>
                <a:lnTo>
                  <a:pt x="136715" y="155443"/>
                </a:lnTo>
                <a:cubicBezTo>
                  <a:pt x="122494" y="165819"/>
                  <a:pt x="104965" y="171979"/>
                  <a:pt x="85990" y="171979"/>
                </a:cubicBezTo>
                <a:cubicBezTo>
                  <a:pt x="38489" y="171979"/>
                  <a:pt x="0" y="133491"/>
                  <a:pt x="0" y="85990"/>
                </a:cubicBezTo>
                <a:cubicBezTo>
                  <a:pt x="0" y="38489"/>
                  <a:pt x="38489" y="0"/>
                  <a:pt x="85990" y="0"/>
                </a:cubicBezTo>
                <a:cubicBezTo>
                  <a:pt x="133491" y="0"/>
                  <a:pt x="171979" y="38489"/>
                  <a:pt x="171979" y="85990"/>
                </a:cubicBezTo>
                <a:close/>
                <a:moveTo>
                  <a:pt x="85990" y="145521"/>
                </a:moveTo>
                <a:cubicBezTo>
                  <a:pt x="118846" y="145521"/>
                  <a:pt x="145521" y="118846"/>
                  <a:pt x="145521" y="85990"/>
                </a:cubicBezTo>
                <a:cubicBezTo>
                  <a:pt x="145521" y="53133"/>
                  <a:pt x="118846" y="26458"/>
                  <a:pt x="85990" y="26458"/>
                </a:cubicBezTo>
                <a:cubicBezTo>
                  <a:pt x="53133" y="26458"/>
                  <a:pt x="26458" y="53133"/>
                  <a:pt x="26458" y="85990"/>
                </a:cubicBezTo>
                <a:cubicBezTo>
                  <a:pt x="26458" y="118846"/>
                  <a:pt x="53133" y="145521"/>
                  <a:pt x="85990" y="145521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46" name="Text 44"/>
          <p:cNvSpPr/>
          <p:nvPr/>
        </p:nvSpPr>
        <p:spPr>
          <a:xfrm>
            <a:off x="1830917" y="5926667"/>
            <a:ext cx="1862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查找与替换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830917" y="6223000"/>
            <a:ext cx="1852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支持格式、通配符高级查找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95947" y="59690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79375" y="26458"/>
                </a:moveTo>
                <a:cubicBezTo>
                  <a:pt x="79375" y="19141"/>
                  <a:pt x="85287" y="13229"/>
                  <a:pt x="92604" y="13229"/>
                </a:cubicBezTo>
                <a:lnTo>
                  <a:pt x="119063" y="13229"/>
                </a:lnTo>
                <a:cubicBezTo>
                  <a:pt x="126380" y="13229"/>
                  <a:pt x="132292" y="19141"/>
                  <a:pt x="132292" y="26458"/>
                </a:cubicBezTo>
                <a:lnTo>
                  <a:pt x="132292" y="52917"/>
                </a:lnTo>
                <a:cubicBezTo>
                  <a:pt x="132292" y="60234"/>
                  <a:pt x="126380" y="66146"/>
                  <a:pt x="119063" y="66146"/>
                </a:cubicBezTo>
                <a:lnTo>
                  <a:pt x="115755" y="66146"/>
                </a:lnTo>
                <a:lnTo>
                  <a:pt x="115755" y="92604"/>
                </a:lnTo>
                <a:lnTo>
                  <a:pt x="165365" y="92604"/>
                </a:lnTo>
                <a:cubicBezTo>
                  <a:pt x="181818" y="92604"/>
                  <a:pt x="195130" y="105916"/>
                  <a:pt x="195130" y="122370"/>
                </a:cubicBezTo>
                <a:lnTo>
                  <a:pt x="195130" y="145521"/>
                </a:lnTo>
                <a:lnTo>
                  <a:pt x="198438" y="145521"/>
                </a:lnTo>
                <a:cubicBezTo>
                  <a:pt x="205755" y="145521"/>
                  <a:pt x="211667" y="151433"/>
                  <a:pt x="211667" y="158750"/>
                </a:cubicBezTo>
                <a:lnTo>
                  <a:pt x="211667" y="185208"/>
                </a:lnTo>
                <a:cubicBezTo>
                  <a:pt x="211667" y="192526"/>
                  <a:pt x="205755" y="198438"/>
                  <a:pt x="198438" y="198438"/>
                </a:cubicBezTo>
                <a:lnTo>
                  <a:pt x="171979" y="198438"/>
                </a:lnTo>
                <a:cubicBezTo>
                  <a:pt x="164662" y="198438"/>
                  <a:pt x="158750" y="192526"/>
                  <a:pt x="158750" y="185208"/>
                </a:cubicBezTo>
                <a:lnTo>
                  <a:pt x="158750" y="158750"/>
                </a:lnTo>
                <a:cubicBezTo>
                  <a:pt x="158750" y="151433"/>
                  <a:pt x="164662" y="145521"/>
                  <a:pt x="171979" y="145521"/>
                </a:cubicBezTo>
                <a:lnTo>
                  <a:pt x="175286" y="145521"/>
                </a:lnTo>
                <a:lnTo>
                  <a:pt x="175286" y="122370"/>
                </a:lnTo>
                <a:cubicBezTo>
                  <a:pt x="175286" y="116871"/>
                  <a:pt x="170863" y="112448"/>
                  <a:pt x="165365" y="112448"/>
                </a:cubicBezTo>
                <a:lnTo>
                  <a:pt x="115755" y="112448"/>
                </a:lnTo>
                <a:lnTo>
                  <a:pt x="115755" y="145521"/>
                </a:lnTo>
                <a:lnTo>
                  <a:pt x="119063" y="145521"/>
                </a:lnTo>
                <a:cubicBezTo>
                  <a:pt x="126380" y="145521"/>
                  <a:pt x="132292" y="151433"/>
                  <a:pt x="132292" y="158750"/>
                </a:cubicBezTo>
                <a:lnTo>
                  <a:pt x="132292" y="185208"/>
                </a:lnTo>
                <a:cubicBezTo>
                  <a:pt x="132292" y="192526"/>
                  <a:pt x="126380" y="198438"/>
                  <a:pt x="119063" y="198438"/>
                </a:cubicBezTo>
                <a:lnTo>
                  <a:pt x="92604" y="198438"/>
                </a:lnTo>
                <a:cubicBezTo>
                  <a:pt x="85287" y="198438"/>
                  <a:pt x="79375" y="192526"/>
                  <a:pt x="79375" y="185208"/>
                </a:cubicBezTo>
                <a:lnTo>
                  <a:pt x="79375" y="158750"/>
                </a:lnTo>
                <a:cubicBezTo>
                  <a:pt x="79375" y="151433"/>
                  <a:pt x="85287" y="145521"/>
                  <a:pt x="92604" y="145521"/>
                </a:cubicBezTo>
                <a:lnTo>
                  <a:pt x="95911" y="145521"/>
                </a:lnTo>
                <a:lnTo>
                  <a:pt x="95911" y="112448"/>
                </a:lnTo>
                <a:lnTo>
                  <a:pt x="46302" y="112448"/>
                </a:lnTo>
                <a:cubicBezTo>
                  <a:pt x="40804" y="112448"/>
                  <a:pt x="36380" y="116871"/>
                  <a:pt x="36380" y="122370"/>
                </a:cubicBezTo>
                <a:lnTo>
                  <a:pt x="36380" y="145521"/>
                </a:lnTo>
                <a:lnTo>
                  <a:pt x="39688" y="145521"/>
                </a:lnTo>
                <a:cubicBezTo>
                  <a:pt x="47005" y="145521"/>
                  <a:pt x="52917" y="151433"/>
                  <a:pt x="52917" y="158750"/>
                </a:cubicBezTo>
                <a:lnTo>
                  <a:pt x="52917" y="185208"/>
                </a:lnTo>
                <a:cubicBezTo>
                  <a:pt x="52917" y="192526"/>
                  <a:pt x="47005" y="198438"/>
                  <a:pt x="39688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58750"/>
                </a:lnTo>
                <a:cubicBezTo>
                  <a:pt x="0" y="151433"/>
                  <a:pt x="5912" y="145521"/>
                  <a:pt x="13229" y="145521"/>
                </a:cubicBezTo>
                <a:lnTo>
                  <a:pt x="16536" y="145521"/>
                </a:lnTo>
                <a:lnTo>
                  <a:pt x="16536" y="122370"/>
                </a:lnTo>
                <a:cubicBezTo>
                  <a:pt x="16536" y="105916"/>
                  <a:pt x="29848" y="92604"/>
                  <a:pt x="46302" y="92604"/>
                </a:cubicBezTo>
                <a:lnTo>
                  <a:pt x="95911" y="92604"/>
                </a:lnTo>
                <a:lnTo>
                  <a:pt x="95911" y="66146"/>
                </a:lnTo>
                <a:lnTo>
                  <a:pt x="92604" y="66146"/>
                </a:lnTo>
                <a:cubicBezTo>
                  <a:pt x="85287" y="66146"/>
                  <a:pt x="79375" y="60234"/>
                  <a:pt x="79375" y="52917"/>
                </a:cubicBezTo>
                <a:lnTo>
                  <a:pt x="79375" y="26458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49" name="Text 47"/>
          <p:cNvSpPr/>
          <p:nvPr/>
        </p:nvSpPr>
        <p:spPr>
          <a:xfrm>
            <a:off x="5861072" y="5926667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导航窗格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61072" y="6223000"/>
            <a:ext cx="1259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快速跳转文档章节</a:t>
            </a:r>
            <a:endParaRPr lang="en-US" sz="1600" dirty="0"/>
          </a:p>
        </p:txBody>
      </p:sp>
      <p:grpSp>
        <p:nvGrpSpPr>
          <p:cNvPr id="69" name="组合 68"/>
          <p:cNvGrpSpPr/>
          <p:nvPr/>
        </p:nvGrpSpPr>
        <p:grpSpPr>
          <a:xfrm>
            <a:off x="9987280" y="6510020"/>
            <a:ext cx="337820" cy="1184275"/>
            <a:chOff x="15727" y="12207"/>
            <a:chExt cx="532" cy="1865"/>
          </a:xfrm>
        </p:grpSpPr>
        <p:sp>
          <p:nvSpPr>
            <p:cNvPr id="54" name="Shape 51"/>
            <p:cNvSpPr/>
            <p:nvPr/>
          </p:nvSpPr>
          <p:spPr>
            <a:xfrm>
              <a:off x="15727" y="12207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42333" y="0"/>
                  </a:moveTo>
                  <a:lnTo>
                    <a:pt x="296333" y="0"/>
                  </a:lnTo>
                  <a:cubicBezTo>
                    <a:pt x="319713" y="0"/>
                    <a:pt x="338667" y="18953"/>
                    <a:pt x="338667" y="42333"/>
                  </a:cubicBezTo>
                  <a:lnTo>
                    <a:pt x="338667" y="296333"/>
                  </a:lnTo>
                  <a:cubicBezTo>
                    <a:pt x="338667" y="319713"/>
                    <a:pt x="319713" y="338667"/>
                    <a:pt x="296333" y="338667"/>
                  </a:cubicBezTo>
                  <a:lnTo>
                    <a:pt x="42333" y="338667"/>
                  </a:lnTo>
                  <a:cubicBezTo>
                    <a:pt x="18953" y="338667"/>
                    <a:pt x="0" y="319713"/>
                    <a:pt x="0" y="296333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E8ACC">
                <a:alpha val="20000"/>
              </a:srgbClr>
            </a:solidFill>
          </p:spPr>
        </p:sp>
        <p:sp>
          <p:nvSpPr>
            <p:cNvPr id="57" name="Shape 54"/>
            <p:cNvSpPr/>
            <p:nvPr/>
          </p:nvSpPr>
          <p:spPr>
            <a:xfrm>
              <a:off x="15727" y="12873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42333" y="0"/>
                  </a:moveTo>
                  <a:lnTo>
                    <a:pt x="296333" y="0"/>
                  </a:lnTo>
                  <a:cubicBezTo>
                    <a:pt x="319713" y="0"/>
                    <a:pt x="338667" y="18953"/>
                    <a:pt x="338667" y="42333"/>
                  </a:cubicBezTo>
                  <a:lnTo>
                    <a:pt x="338667" y="296333"/>
                  </a:lnTo>
                  <a:cubicBezTo>
                    <a:pt x="338667" y="319713"/>
                    <a:pt x="319713" y="338667"/>
                    <a:pt x="296333" y="338667"/>
                  </a:cubicBezTo>
                  <a:lnTo>
                    <a:pt x="42333" y="338667"/>
                  </a:lnTo>
                  <a:cubicBezTo>
                    <a:pt x="18953" y="338667"/>
                    <a:pt x="0" y="319713"/>
                    <a:pt x="0" y="296333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E8ACC">
                <a:alpha val="20000"/>
              </a:srgbClr>
            </a:solidFill>
          </p:spPr>
        </p:sp>
        <p:sp>
          <p:nvSpPr>
            <p:cNvPr id="60" name="Shape 57"/>
            <p:cNvSpPr/>
            <p:nvPr/>
          </p:nvSpPr>
          <p:spPr>
            <a:xfrm>
              <a:off x="15727" y="13540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42333" y="0"/>
                  </a:moveTo>
                  <a:lnTo>
                    <a:pt x="296333" y="0"/>
                  </a:lnTo>
                  <a:cubicBezTo>
                    <a:pt x="319713" y="0"/>
                    <a:pt x="338667" y="18953"/>
                    <a:pt x="338667" y="42333"/>
                  </a:cubicBezTo>
                  <a:lnTo>
                    <a:pt x="338667" y="296333"/>
                  </a:lnTo>
                  <a:cubicBezTo>
                    <a:pt x="338667" y="319713"/>
                    <a:pt x="319713" y="338667"/>
                    <a:pt x="296333" y="338667"/>
                  </a:cubicBezTo>
                  <a:lnTo>
                    <a:pt x="42333" y="338667"/>
                  </a:lnTo>
                  <a:cubicBezTo>
                    <a:pt x="18953" y="338667"/>
                    <a:pt x="0" y="319713"/>
                    <a:pt x="0" y="296333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E8ACC">
                <a:alpha val="20000"/>
              </a:srgbClr>
            </a:solidFill>
          </p:spPr>
        </p:sp>
      </p:grpSp>
      <p:grpSp>
        <p:nvGrpSpPr>
          <p:cNvPr id="68" name="组合 67"/>
          <p:cNvGrpSpPr/>
          <p:nvPr/>
        </p:nvGrpSpPr>
        <p:grpSpPr>
          <a:xfrm>
            <a:off x="9764395" y="144780"/>
            <a:ext cx="6052820" cy="7830820"/>
            <a:chOff x="15377" y="2083"/>
            <a:chExt cx="9532" cy="12332"/>
          </a:xfrm>
        </p:grpSpPr>
        <p:sp>
          <p:nvSpPr>
            <p:cNvPr id="51" name="Shape 49"/>
            <p:cNvSpPr/>
            <p:nvPr/>
          </p:nvSpPr>
          <p:spPr>
            <a:xfrm>
              <a:off x="15377" y="2083"/>
              <a:ext cx="9533" cy="12333"/>
            </a:xfrm>
            <a:custGeom>
              <a:avLst/>
              <a:gdLst/>
              <a:ahLst/>
              <a:cxnLst/>
              <a:rect l="l" t="t" r="r" b="b"/>
              <a:pathLst>
                <a:path w="6053667" h="7831667">
                  <a:moveTo>
                    <a:pt x="127006" y="0"/>
                  </a:moveTo>
                  <a:lnTo>
                    <a:pt x="5926661" y="0"/>
                  </a:lnTo>
                  <a:cubicBezTo>
                    <a:pt x="5996804" y="0"/>
                    <a:pt x="6053667" y="56862"/>
                    <a:pt x="6053667" y="127006"/>
                  </a:cubicBezTo>
                  <a:lnTo>
                    <a:pt x="6053667" y="7704661"/>
                  </a:lnTo>
                  <a:cubicBezTo>
                    <a:pt x="6053667" y="7774804"/>
                    <a:pt x="5996804" y="7831667"/>
                    <a:pt x="5926661" y="7831667"/>
                  </a:cubicBezTo>
                  <a:lnTo>
                    <a:pt x="127006" y="7831667"/>
                  </a:lnTo>
                  <a:cubicBezTo>
                    <a:pt x="56862" y="7831667"/>
                    <a:pt x="0" y="7774804"/>
                    <a:pt x="0" y="7704661"/>
                  </a:cubicBezTo>
                  <a:lnTo>
                    <a:pt x="0" y="127006"/>
                  </a:lnTo>
                  <a:cubicBezTo>
                    <a:pt x="0" y="56909"/>
                    <a:pt x="56909" y="0"/>
                    <a:pt x="12700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8ACC">
                    <a:alpha val="20000"/>
                  </a:srgbClr>
                </a:gs>
                <a:gs pos="100000">
                  <a:srgbClr val="4EC3A1">
                    <a:alpha val="10000"/>
                  </a:srgbClr>
                </a:gs>
              </a:gsLst>
              <a:lin ang="2700000" scaled="1"/>
            </a:gradFill>
            <a:ln w="25400">
              <a:solidFill>
                <a:srgbClr val="3E8ACC">
                  <a:alpha val="40000"/>
                </a:srgbClr>
              </a:solidFill>
              <a:prstDash val="solid"/>
            </a:ln>
          </p:spPr>
        </p:sp>
        <p:pic>
          <p:nvPicPr>
            <p:cNvPr id="52" name="Image 0" descr="https://kimi-web-img.moonshot.cn/img/sj-fd.zol-img.com.cn/18644612192656fcb08fe14a8c5227be8d4ff94f.jpg"/>
            <p:cNvPicPr>
              <a:picLocks noChangeAspect="1"/>
            </p:cNvPicPr>
            <p:nvPr/>
          </p:nvPicPr>
          <p:blipFill>
            <a:blip r:embed="rId1">
              <a:alphaModFix amt="90000"/>
            </a:blip>
            <a:srcRect/>
            <a:stretch>
              <a:fillRect/>
            </a:stretch>
          </p:blipFill>
          <p:spPr>
            <a:xfrm>
              <a:off x="15727" y="2433"/>
              <a:ext cx="8833" cy="8833"/>
            </a:xfrm>
            <a:prstGeom prst="roundRect">
              <a:avLst>
                <a:gd name="adj" fmla="val 1509"/>
              </a:avLst>
            </a:prstGeom>
          </p:spPr>
        </p:pic>
        <p:sp>
          <p:nvSpPr>
            <p:cNvPr id="53" name="Text 50"/>
            <p:cNvSpPr/>
            <p:nvPr/>
          </p:nvSpPr>
          <p:spPr>
            <a:xfrm>
              <a:off x="15643" y="11540"/>
              <a:ext cx="90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65" b="1" dirty="0">
                  <a:solidFill>
                    <a:srgbClr val="F0F2F5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样式功能的强大之处</a:t>
              </a:r>
              <a:endParaRPr lang="en-US" sz="16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15864" y="12307"/>
              <a:ext cx="367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b="1" dirty="0">
                  <a:solidFill>
                    <a:srgbClr val="3E8AC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H1</a:t>
              </a:r>
              <a:endParaRPr lang="en-US" sz="16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16460" y="12273"/>
              <a:ext cx="12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一级标题</a:t>
              </a:r>
              <a:endParaRPr lang="en-US" sz="16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15845" y="12973"/>
              <a:ext cx="417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b="1" dirty="0">
                  <a:solidFill>
                    <a:srgbClr val="3E8AC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H2</a:t>
              </a:r>
              <a:endParaRPr lang="en-US" sz="1600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16460" y="12940"/>
              <a:ext cx="12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二级标题</a:t>
              </a:r>
              <a:endParaRPr lang="en-US" sz="16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15760" y="13640"/>
              <a:ext cx="5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3E8AC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正文</a:t>
              </a:r>
              <a:endParaRPr lang="en-US" sz="1600" dirty="0"/>
            </a:p>
          </p:txBody>
        </p:sp>
        <p:sp>
          <p:nvSpPr>
            <p:cNvPr id="62" name="Text 59"/>
            <p:cNvSpPr/>
            <p:nvPr/>
          </p:nvSpPr>
          <p:spPr>
            <a:xfrm>
              <a:off x="16460" y="13607"/>
              <a:ext cx="12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正文内容</a:t>
              </a:r>
              <a:endParaRPr lang="en-US" sz="1600" dirty="0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9845040" y="8066405"/>
            <a:ext cx="5943600" cy="958215"/>
            <a:chOff x="15377" y="14723"/>
            <a:chExt cx="9532" cy="2000"/>
          </a:xfrm>
        </p:grpSpPr>
        <p:sp>
          <p:nvSpPr>
            <p:cNvPr id="63" name="Shape 60"/>
            <p:cNvSpPr/>
            <p:nvPr/>
          </p:nvSpPr>
          <p:spPr>
            <a:xfrm>
              <a:off x="15377" y="14723"/>
              <a:ext cx="9533" cy="2000"/>
            </a:xfrm>
            <a:custGeom>
              <a:avLst/>
              <a:gdLst/>
              <a:ahLst/>
              <a:cxnLst/>
              <a:rect l="l" t="t" r="r" b="b"/>
              <a:pathLst>
                <a:path w="6053667" h="1270000">
                  <a:moveTo>
                    <a:pt x="127000" y="0"/>
                  </a:moveTo>
                  <a:lnTo>
                    <a:pt x="5926667" y="0"/>
                  </a:lnTo>
                  <a:cubicBezTo>
                    <a:pt x="5996760" y="0"/>
                    <a:pt x="6053667" y="56907"/>
                    <a:pt x="6053667" y="127000"/>
                  </a:cubicBezTo>
                  <a:lnTo>
                    <a:pt x="6053667" y="1143000"/>
                  </a:lnTo>
                  <a:cubicBezTo>
                    <a:pt x="6053667" y="1213093"/>
                    <a:pt x="5996760" y="1270000"/>
                    <a:pt x="5926667" y="1270000"/>
                  </a:cubicBezTo>
                  <a:lnTo>
                    <a:pt x="127000" y="1270000"/>
                  </a:lnTo>
                  <a:cubicBezTo>
                    <a:pt x="56907" y="1270000"/>
                    <a:pt x="0" y="1213093"/>
                    <a:pt x="0" y="1143000"/>
                  </a:cubicBezTo>
                  <a:lnTo>
                    <a:pt x="0" y="127000"/>
                  </a:lnTo>
                  <a:cubicBezTo>
                    <a:pt x="0" y="56907"/>
                    <a:pt x="56907" y="0"/>
                    <a:pt x="127000" y="0"/>
                  </a:cubicBezTo>
                  <a:close/>
                </a:path>
              </a:pathLst>
            </a:custGeom>
            <a:solidFill>
              <a:srgbClr val="2A2F35"/>
            </a:solidFill>
            <a:ln w="25400">
              <a:solidFill>
                <a:srgbClr val="4EC3A1">
                  <a:alpha val="50196"/>
                </a:srgbClr>
              </a:solidFill>
              <a:prstDash val="solid"/>
            </a:ln>
          </p:spPr>
        </p:sp>
        <p:sp>
          <p:nvSpPr>
            <p:cNvPr id="64" name="Shape 61"/>
            <p:cNvSpPr/>
            <p:nvPr/>
          </p:nvSpPr>
          <p:spPr>
            <a:xfrm>
              <a:off x="15727" y="15073"/>
              <a:ext cx="667" cy="667"/>
            </a:xfrm>
            <a:custGeom>
              <a:avLst/>
              <a:gdLst/>
              <a:ahLst/>
              <a:cxnLst/>
              <a:rect l="l" t="t" r="r" b="b"/>
              <a:pathLst>
                <a:path w="423333" h="423333">
                  <a:moveTo>
                    <a:pt x="211667" y="0"/>
                  </a:moveTo>
                  <a:lnTo>
                    <a:pt x="211667" y="0"/>
                  </a:lnTo>
                  <a:cubicBezTo>
                    <a:pt x="328489" y="0"/>
                    <a:pt x="423333" y="94845"/>
                    <a:pt x="423333" y="211667"/>
                  </a:cubicBezTo>
                  <a:lnTo>
                    <a:pt x="423333" y="211667"/>
                  </a:lnTo>
                  <a:cubicBezTo>
                    <a:pt x="423333" y="328489"/>
                    <a:pt x="328489" y="423333"/>
                    <a:pt x="211667" y="423333"/>
                  </a:cubicBezTo>
                  <a:lnTo>
                    <a:pt x="211667" y="423333"/>
                  </a:lnTo>
                  <a:cubicBezTo>
                    <a:pt x="94845" y="423333"/>
                    <a:pt x="0" y="328489"/>
                    <a:pt x="0" y="211667"/>
                  </a:cubicBezTo>
                  <a:lnTo>
                    <a:pt x="0" y="211667"/>
                  </a:lnTo>
                  <a:cubicBezTo>
                    <a:pt x="0" y="94845"/>
                    <a:pt x="94845" y="0"/>
                    <a:pt x="211667" y="0"/>
                  </a:cubicBezTo>
                  <a:close/>
                </a:path>
              </a:pathLst>
            </a:custGeom>
            <a:solidFill>
              <a:srgbClr val="4EC3A1"/>
            </a:solidFill>
          </p:spPr>
        </p:sp>
        <p:sp>
          <p:nvSpPr>
            <p:cNvPr id="65" name="Shape 62"/>
            <p:cNvSpPr/>
            <p:nvPr/>
          </p:nvSpPr>
          <p:spPr>
            <a:xfrm>
              <a:off x="15943" y="15273"/>
              <a:ext cx="233" cy="267"/>
            </a:xfrm>
            <a:custGeom>
              <a:avLst/>
              <a:gdLst/>
              <a:ahLst/>
              <a:cxnLst/>
              <a:rect l="l" t="t" r="r" b="b"/>
              <a:pathLst>
                <a:path w="148167" h="169333">
                  <a:moveTo>
                    <a:pt x="143801" y="23184"/>
                  </a:moveTo>
                  <a:cubicBezTo>
                    <a:pt x="148530" y="26624"/>
                    <a:pt x="149589" y="33238"/>
                    <a:pt x="146149" y="37968"/>
                  </a:cubicBezTo>
                  <a:lnTo>
                    <a:pt x="61483" y="154384"/>
                  </a:lnTo>
                  <a:cubicBezTo>
                    <a:pt x="59664" y="156898"/>
                    <a:pt x="56852" y="158452"/>
                    <a:pt x="53743" y="158717"/>
                  </a:cubicBezTo>
                  <a:cubicBezTo>
                    <a:pt x="50635" y="158982"/>
                    <a:pt x="47625" y="157824"/>
                    <a:pt x="45442" y="155641"/>
                  </a:cubicBezTo>
                  <a:lnTo>
                    <a:pt x="3109" y="113308"/>
                  </a:lnTo>
                  <a:cubicBezTo>
                    <a:pt x="-1025" y="109174"/>
                    <a:pt x="-1025" y="102460"/>
                    <a:pt x="3109" y="98326"/>
                  </a:cubicBezTo>
                  <a:cubicBezTo>
                    <a:pt x="7243" y="94192"/>
                    <a:pt x="13957" y="94192"/>
                    <a:pt x="18091" y="98326"/>
                  </a:cubicBezTo>
                  <a:lnTo>
                    <a:pt x="51660" y="131895"/>
                  </a:lnTo>
                  <a:lnTo>
                    <a:pt x="129051" y="25499"/>
                  </a:lnTo>
                  <a:cubicBezTo>
                    <a:pt x="132490" y="20770"/>
                    <a:pt x="139105" y="19711"/>
                    <a:pt x="143834" y="23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6" name="Text 63"/>
            <p:cNvSpPr/>
            <p:nvPr/>
          </p:nvSpPr>
          <p:spPr>
            <a:xfrm>
              <a:off x="16593" y="15173"/>
              <a:ext cx="11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4EC3A1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核心建议</a:t>
              </a:r>
              <a:endParaRPr lang="en-US" sz="1600" dirty="0"/>
            </a:p>
          </p:txBody>
        </p:sp>
        <p:sp>
          <p:nvSpPr>
            <p:cNvPr id="67" name="Text 64"/>
            <p:cNvSpPr/>
            <p:nvPr/>
          </p:nvSpPr>
          <p:spPr>
            <a:xfrm>
              <a:off x="15727" y="15940"/>
              <a:ext cx="8967" cy="4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长文档必用</a:t>
              </a:r>
              <a:r>
                <a:rPr lang="en-US" sz="1335" b="1" dirty="0">
                  <a:solidFill>
                    <a:srgbClr val="4EC3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"样式"</a:t>
              </a:r>
              <a:r>
                <a:rPr lang="en-US" sz="133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，这是专业排版的基础，也是高效协作的前提。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" name="Text 1"/>
          <p:cNvSpPr/>
          <p:nvPr/>
        </p:nvSpPr>
        <p:spPr>
          <a:xfrm>
            <a:off x="722974" y="711200"/>
            <a:ext cx="43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22400" y="508000"/>
            <a:ext cx="1441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812800"/>
            <a:ext cx="1455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Excel：数据管理与分析入门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600200"/>
            <a:ext cx="4940300" cy="4089400"/>
          </a:xfrm>
          <a:custGeom>
            <a:avLst/>
            <a:gdLst/>
            <a:ahLst/>
            <a:cxnLst/>
            <a:rect l="l" t="t" r="r" b="b"/>
            <a:pathLst>
              <a:path w="4940300" h="40894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3936988"/>
                </a:lnTo>
                <a:cubicBezTo>
                  <a:pt x="4940300" y="4021163"/>
                  <a:pt x="4872063" y="4089400"/>
                  <a:pt x="4787888" y="4089400"/>
                </a:cubicBezTo>
                <a:lnTo>
                  <a:pt x="152412" y="4089400"/>
                </a:lnTo>
                <a:cubicBezTo>
                  <a:pt x="68237" y="4089400"/>
                  <a:pt x="0" y="4021163"/>
                  <a:pt x="0" y="39369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7" name="Shape 5"/>
          <p:cNvSpPr/>
          <p:nvPr/>
        </p:nvSpPr>
        <p:spPr>
          <a:xfrm>
            <a:off x="508000" y="1600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762000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9" name="Shape 7"/>
          <p:cNvSpPr/>
          <p:nvPr/>
        </p:nvSpPr>
        <p:spPr>
          <a:xfrm>
            <a:off x="955675" y="2057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524000" y="2006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数据规范化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692400"/>
            <a:ext cx="45339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</a:t>
            </a: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"表格"功能（Ctrl+T）</a:t>
            </a:r>
            <a:r>
              <a:rPr lang="en-US" sz="16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，确保数据区域结构化，便于后续引用与分析。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556000"/>
            <a:ext cx="4432300" cy="1117600"/>
          </a:xfrm>
          <a:custGeom>
            <a:avLst/>
            <a:gdLst/>
            <a:ahLst/>
            <a:cxnLst/>
            <a:rect l="l" t="t" r="r" b="b"/>
            <a:pathLst>
              <a:path w="4432300" h="1117600">
                <a:moveTo>
                  <a:pt x="101601" y="0"/>
                </a:moveTo>
                <a:lnTo>
                  <a:pt x="4330699" y="0"/>
                </a:lnTo>
                <a:cubicBezTo>
                  <a:pt x="4386812" y="0"/>
                  <a:pt x="4432300" y="45488"/>
                  <a:pt x="4432300" y="101601"/>
                </a:cubicBezTo>
                <a:lnTo>
                  <a:pt x="4432300" y="1015999"/>
                </a:lnTo>
                <a:cubicBezTo>
                  <a:pt x="4432300" y="1072112"/>
                  <a:pt x="4386812" y="1117600"/>
                  <a:pt x="43306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3" name="Shape 11"/>
          <p:cNvSpPr/>
          <p:nvPr/>
        </p:nvSpPr>
        <p:spPr>
          <a:xfrm>
            <a:off x="965200" y="3759200"/>
            <a:ext cx="482600" cy="355600"/>
          </a:xfrm>
          <a:custGeom>
            <a:avLst/>
            <a:gdLst/>
            <a:ahLst/>
            <a:cxnLst/>
            <a:rect l="l" t="t" r="r" b="b"/>
            <a:pathLst>
              <a:path w="482600" h="355600">
                <a:moveTo>
                  <a:pt x="50801" y="0"/>
                </a:moveTo>
                <a:lnTo>
                  <a:pt x="431799" y="0"/>
                </a:lnTo>
                <a:cubicBezTo>
                  <a:pt x="459856" y="0"/>
                  <a:pt x="482600" y="22744"/>
                  <a:pt x="482600" y="50801"/>
                </a:cubicBezTo>
                <a:lnTo>
                  <a:pt x="482600" y="304799"/>
                </a:lnTo>
                <a:cubicBezTo>
                  <a:pt x="482600" y="332856"/>
                  <a:pt x="459856" y="355600"/>
                  <a:pt x="431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4" name="Text 12"/>
          <p:cNvSpPr/>
          <p:nvPr/>
        </p:nvSpPr>
        <p:spPr>
          <a:xfrm>
            <a:off x="965200" y="3759200"/>
            <a:ext cx="5715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45564" y="3759200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304799"/>
                </a:lnTo>
                <a:cubicBezTo>
                  <a:pt x="660400" y="332856"/>
                  <a:pt x="637656" y="355600"/>
                  <a:pt x="609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6" name="Text 14"/>
          <p:cNvSpPr/>
          <p:nvPr/>
        </p:nvSpPr>
        <p:spPr>
          <a:xfrm>
            <a:off x="1545564" y="3759200"/>
            <a:ext cx="7493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姓名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307564" y="3759200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304799"/>
                </a:lnTo>
                <a:cubicBezTo>
                  <a:pt x="660400" y="332856"/>
                  <a:pt x="637656" y="355600"/>
                  <a:pt x="609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8" name="Text 16"/>
          <p:cNvSpPr/>
          <p:nvPr/>
        </p:nvSpPr>
        <p:spPr>
          <a:xfrm>
            <a:off x="2307564" y="3759200"/>
            <a:ext cx="7493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4216400"/>
            <a:ext cx="4114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结构化数据，一行一条记录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55733" y="1600200"/>
            <a:ext cx="4940300" cy="4089400"/>
          </a:xfrm>
          <a:custGeom>
            <a:avLst/>
            <a:gdLst/>
            <a:ahLst/>
            <a:cxnLst/>
            <a:rect l="l" t="t" r="r" b="b"/>
            <a:pathLst>
              <a:path w="4940300" h="40894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3936988"/>
                </a:lnTo>
                <a:cubicBezTo>
                  <a:pt x="4940300" y="4021163"/>
                  <a:pt x="4872063" y="4089400"/>
                  <a:pt x="4787888" y="4089400"/>
                </a:cubicBezTo>
                <a:lnTo>
                  <a:pt x="152412" y="4089400"/>
                </a:lnTo>
                <a:cubicBezTo>
                  <a:pt x="68237" y="4089400"/>
                  <a:pt x="0" y="4021163"/>
                  <a:pt x="0" y="39369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1" name="Shape 19"/>
          <p:cNvSpPr/>
          <p:nvPr/>
        </p:nvSpPr>
        <p:spPr>
          <a:xfrm>
            <a:off x="5655733" y="1600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2" name="Shape 20"/>
          <p:cNvSpPr/>
          <p:nvPr/>
        </p:nvSpPr>
        <p:spPr>
          <a:xfrm>
            <a:off x="5909733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3" name="Shape 21"/>
          <p:cNvSpPr/>
          <p:nvPr/>
        </p:nvSpPr>
        <p:spPr>
          <a:xfrm>
            <a:off x="6119283" y="2057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6671734" y="2006600"/>
            <a:ext cx="1549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核心函数与工具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09733" y="2692400"/>
            <a:ext cx="4432300" cy="457200"/>
          </a:xfrm>
          <a:custGeom>
            <a:avLst/>
            <a:gdLst/>
            <a:ahLst/>
            <a:cxnLst/>
            <a:rect l="l" t="t" r="r" b="b"/>
            <a:pathLst>
              <a:path w="4432300" h="457200">
                <a:moveTo>
                  <a:pt x="101599" y="0"/>
                </a:moveTo>
                <a:lnTo>
                  <a:pt x="4330701" y="0"/>
                </a:lnTo>
                <a:cubicBezTo>
                  <a:pt x="4386813" y="0"/>
                  <a:pt x="4432300" y="45487"/>
                  <a:pt x="4432300" y="101599"/>
                </a:cubicBezTo>
                <a:lnTo>
                  <a:pt x="4432300" y="355601"/>
                </a:lnTo>
                <a:cubicBezTo>
                  <a:pt x="4432300" y="411713"/>
                  <a:pt x="4386813" y="457200"/>
                  <a:pt x="43307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6" name="Text 24"/>
          <p:cNvSpPr/>
          <p:nvPr/>
        </p:nvSpPr>
        <p:spPr>
          <a:xfrm>
            <a:off x="6011333" y="2794000"/>
            <a:ext cx="67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SUMIFS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9515" y="2794000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多条件求和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09733" y="3251200"/>
            <a:ext cx="4432300" cy="457200"/>
          </a:xfrm>
          <a:custGeom>
            <a:avLst/>
            <a:gdLst/>
            <a:ahLst/>
            <a:cxnLst/>
            <a:rect l="l" t="t" r="r" b="b"/>
            <a:pathLst>
              <a:path w="4432300" h="457200">
                <a:moveTo>
                  <a:pt x="101599" y="0"/>
                </a:moveTo>
                <a:lnTo>
                  <a:pt x="4330701" y="0"/>
                </a:lnTo>
                <a:cubicBezTo>
                  <a:pt x="4386813" y="0"/>
                  <a:pt x="4432300" y="45487"/>
                  <a:pt x="4432300" y="101599"/>
                </a:cubicBezTo>
                <a:lnTo>
                  <a:pt x="4432300" y="355601"/>
                </a:lnTo>
                <a:cubicBezTo>
                  <a:pt x="4432300" y="411713"/>
                  <a:pt x="4386813" y="457200"/>
                  <a:pt x="43307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9" name="Text 27"/>
          <p:cNvSpPr/>
          <p:nvPr/>
        </p:nvSpPr>
        <p:spPr>
          <a:xfrm>
            <a:off x="6011333" y="3352800"/>
            <a:ext cx="774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XLOOKUP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7278" y="33528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数据查找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09733" y="3810000"/>
            <a:ext cx="4432300" cy="457200"/>
          </a:xfrm>
          <a:custGeom>
            <a:avLst/>
            <a:gdLst/>
            <a:ahLst/>
            <a:cxnLst/>
            <a:rect l="l" t="t" r="r" b="b"/>
            <a:pathLst>
              <a:path w="4432300" h="457200">
                <a:moveTo>
                  <a:pt x="101599" y="0"/>
                </a:moveTo>
                <a:lnTo>
                  <a:pt x="4330701" y="0"/>
                </a:lnTo>
                <a:cubicBezTo>
                  <a:pt x="4386813" y="0"/>
                  <a:pt x="4432300" y="45487"/>
                  <a:pt x="4432300" y="101599"/>
                </a:cubicBezTo>
                <a:lnTo>
                  <a:pt x="4432300" y="355601"/>
                </a:lnTo>
                <a:cubicBezTo>
                  <a:pt x="4432300" y="411713"/>
                  <a:pt x="4386813" y="457200"/>
                  <a:pt x="43307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2" name="Text 30"/>
          <p:cNvSpPr/>
          <p:nvPr/>
        </p:nvSpPr>
        <p:spPr>
          <a:xfrm>
            <a:off x="6011333" y="3911600"/>
            <a:ext cx="279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8461" y="3911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逻辑判断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22433" y="4419600"/>
            <a:ext cx="4419600" cy="863600"/>
          </a:xfrm>
          <a:custGeom>
            <a:avLst/>
            <a:gdLst/>
            <a:ahLst/>
            <a:cxnLst/>
            <a:rect l="l" t="t" r="r" b="b"/>
            <a:pathLst>
              <a:path w="4419600" h="863600">
                <a:moveTo>
                  <a:pt x="25400" y="0"/>
                </a:moveTo>
                <a:lnTo>
                  <a:pt x="4317997" y="0"/>
                </a:lnTo>
                <a:cubicBezTo>
                  <a:pt x="4374111" y="0"/>
                  <a:pt x="4419600" y="45489"/>
                  <a:pt x="4419600" y="101603"/>
                </a:cubicBezTo>
                <a:lnTo>
                  <a:pt x="4419600" y="761997"/>
                </a:lnTo>
                <a:cubicBezTo>
                  <a:pt x="4419600" y="818111"/>
                  <a:pt x="4374111" y="863600"/>
                  <a:pt x="4317997" y="863600"/>
                </a:cubicBezTo>
                <a:lnTo>
                  <a:pt x="25400" y="863600"/>
                </a:lnTo>
                <a:cubicBezTo>
                  <a:pt x="11381" y="863600"/>
                  <a:pt x="0" y="852219"/>
                  <a:pt x="0" y="8382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EC3A1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5922433" y="4419600"/>
            <a:ext cx="25400" cy="863600"/>
          </a:xfrm>
          <a:custGeom>
            <a:avLst/>
            <a:gdLst/>
            <a:ahLst/>
            <a:cxnLst/>
            <a:rect l="l" t="t" r="r" b="b"/>
            <a:pathLst>
              <a:path w="25400" h="863600">
                <a:moveTo>
                  <a:pt x="25400" y="0"/>
                </a:moveTo>
                <a:lnTo>
                  <a:pt x="25400" y="0"/>
                </a:lnTo>
                <a:lnTo>
                  <a:pt x="25400" y="863600"/>
                </a:lnTo>
                <a:lnTo>
                  <a:pt x="25400" y="863600"/>
                </a:lnTo>
                <a:cubicBezTo>
                  <a:pt x="11381" y="863600"/>
                  <a:pt x="0" y="852219"/>
                  <a:pt x="0" y="8382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6" name="Text 34"/>
          <p:cNvSpPr/>
          <p:nvPr/>
        </p:nvSpPr>
        <p:spPr>
          <a:xfrm>
            <a:off x="6087533" y="45720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数据透视表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87533" y="48768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无需公式，拖拽即分析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03467" y="1600200"/>
            <a:ext cx="4940300" cy="4089400"/>
          </a:xfrm>
          <a:custGeom>
            <a:avLst/>
            <a:gdLst/>
            <a:ahLst/>
            <a:cxnLst/>
            <a:rect l="l" t="t" r="r" b="b"/>
            <a:pathLst>
              <a:path w="4940300" h="40894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3936988"/>
                </a:lnTo>
                <a:cubicBezTo>
                  <a:pt x="4940300" y="4021163"/>
                  <a:pt x="4872063" y="4089400"/>
                  <a:pt x="4787888" y="4089400"/>
                </a:cubicBezTo>
                <a:lnTo>
                  <a:pt x="152412" y="4089400"/>
                </a:lnTo>
                <a:cubicBezTo>
                  <a:pt x="68237" y="4089400"/>
                  <a:pt x="0" y="4021163"/>
                  <a:pt x="0" y="39369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39" name="Shape 37"/>
          <p:cNvSpPr/>
          <p:nvPr/>
        </p:nvSpPr>
        <p:spPr>
          <a:xfrm>
            <a:off x="10803467" y="1600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0" name="Shape 38"/>
          <p:cNvSpPr/>
          <p:nvPr/>
        </p:nvSpPr>
        <p:spPr>
          <a:xfrm>
            <a:off x="11057467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1" name="Shape 39"/>
          <p:cNvSpPr/>
          <p:nvPr/>
        </p:nvSpPr>
        <p:spPr>
          <a:xfrm>
            <a:off x="11219392" y="2057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11819467" y="2006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基础可视化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57467" y="26924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101600" y="0"/>
                </a:moveTo>
                <a:lnTo>
                  <a:pt x="4330700" y="0"/>
                </a:lnTo>
                <a:cubicBezTo>
                  <a:pt x="4386775" y="0"/>
                  <a:pt x="4432300" y="45525"/>
                  <a:pt x="4432300" y="101600"/>
                </a:cubicBezTo>
                <a:lnTo>
                  <a:pt x="4432300" y="711200"/>
                </a:lnTo>
                <a:cubicBezTo>
                  <a:pt x="4432300" y="767275"/>
                  <a:pt x="4386775" y="812800"/>
                  <a:pt x="43307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4" name="Shape 42"/>
          <p:cNvSpPr/>
          <p:nvPr/>
        </p:nvSpPr>
        <p:spPr>
          <a:xfrm>
            <a:off x="11209867" y="2997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3E8ACC"/>
          </a:solidFill>
        </p:spPr>
      </p:sp>
      <p:sp>
        <p:nvSpPr>
          <p:cNvPr id="45" name="Text 43"/>
          <p:cNvSpPr/>
          <p:nvPr/>
        </p:nvSpPr>
        <p:spPr>
          <a:xfrm>
            <a:off x="11590867" y="2819400"/>
            <a:ext cx="116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折线图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590867" y="31242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展示趋势变化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057467" y="36576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101600" y="0"/>
                </a:moveTo>
                <a:lnTo>
                  <a:pt x="4330700" y="0"/>
                </a:lnTo>
                <a:cubicBezTo>
                  <a:pt x="4386775" y="0"/>
                  <a:pt x="4432300" y="45525"/>
                  <a:pt x="4432300" y="101600"/>
                </a:cubicBezTo>
                <a:lnTo>
                  <a:pt x="4432300" y="711200"/>
                </a:lnTo>
                <a:cubicBezTo>
                  <a:pt x="4432300" y="767275"/>
                  <a:pt x="4386775" y="812800"/>
                  <a:pt x="43307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8" name="Shape 46"/>
          <p:cNvSpPr/>
          <p:nvPr/>
        </p:nvSpPr>
        <p:spPr>
          <a:xfrm>
            <a:off x="11209867" y="396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9" name="Text 47"/>
          <p:cNvSpPr/>
          <p:nvPr/>
        </p:nvSpPr>
        <p:spPr>
          <a:xfrm>
            <a:off x="11590867" y="3784600"/>
            <a:ext cx="116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柱状图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590867" y="40894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对比不同项目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57467" y="46228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101600" y="0"/>
                </a:moveTo>
                <a:lnTo>
                  <a:pt x="4330700" y="0"/>
                </a:lnTo>
                <a:cubicBezTo>
                  <a:pt x="4386775" y="0"/>
                  <a:pt x="4432300" y="45525"/>
                  <a:pt x="4432300" y="101600"/>
                </a:cubicBezTo>
                <a:lnTo>
                  <a:pt x="4432300" y="711200"/>
                </a:lnTo>
                <a:cubicBezTo>
                  <a:pt x="4432300" y="767275"/>
                  <a:pt x="4386775" y="812800"/>
                  <a:pt x="43307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2" name="Shape 50"/>
          <p:cNvSpPr/>
          <p:nvPr/>
        </p:nvSpPr>
        <p:spPr>
          <a:xfrm>
            <a:off x="11197167" y="4927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03359" y="95250"/>
                </a:moveTo>
                <a:lnTo>
                  <a:pt x="133509" y="95250"/>
                </a:lnTo>
                <a:cubicBezTo>
                  <a:pt x="126484" y="95250"/>
                  <a:pt x="120809" y="89575"/>
                  <a:pt x="120809" y="82550"/>
                </a:cubicBezTo>
                <a:lnTo>
                  <a:pt x="120809" y="12700"/>
                </a:lnTo>
                <a:cubicBezTo>
                  <a:pt x="120809" y="5675"/>
                  <a:pt x="126524" y="-79"/>
                  <a:pt x="133469" y="833"/>
                </a:cubicBezTo>
                <a:cubicBezTo>
                  <a:pt x="175935" y="6469"/>
                  <a:pt x="209590" y="40124"/>
                  <a:pt x="215225" y="82590"/>
                </a:cubicBezTo>
                <a:cubicBezTo>
                  <a:pt x="216138" y="89535"/>
                  <a:pt x="210383" y="95250"/>
                  <a:pt x="203359" y="95250"/>
                </a:cubicBezTo>
                <a:close/>
                <a:moveTo>
                  <a:pt x="88344" y="14764"/>
                </a:moveTo>
                <a:cubicBezTo>
                  <a:pt x="95528" y="13256"/>
                  <a:pt x="101759" y="19129"/>
                  <a:pt x="101759" y="26472"/>
                </a:cubicBezTo>
                <a:lnTo>
                  <a:pt x="101759" y="104775"/>
                </a:lnTo>
                <a:cubicBezTo>
                  <a:pt x="101759" y="106998"/>
                  <a:pt x="102552" y="109141"/>
                  <a:pt x="103942" y="110847"/>
                </a:cubicBezTo>
                <a:lnTo>
                  <a:pt x="156369" y="174109"/>
                </a:lnTo>
                <a:cubicBezTo>
                  <a:pt x="161012" y="179705"/>
                  <a:pt x="160020" y="188158"/>
                  <a:pt x="153630" y="191611"/>
                </a:cubicBezTo>
                <a:cubicBezTo>
                  <a:pt x="140097" y="198993"/>
                  <a:pt x="124579" y="203200"/>
                  <a:pt x="108109" y="203200"/>
                </a:cubicBezTo>
                <a:cubicBezTo>
                  <a:pt x="55523" y="203200"/>
                  <a:pt x="12859" y="160536"/>
                  <a:pt x="12859" y="107950"/>
                </a:cubicBezTo>
                <a:cubicBezTo>
                  <a:pt x="12859" y="62111"/>
                  <a:pt x="45204" y="23852"/>
                  <a:pt x="88344" y="14764"/>
                </a:cubicBezTo>
                <a:close/>
                <a:moveTo>
                  <a:pt x="189627" y="114300"/>
                </a:moveTo>
                <a:lnTo>
                  <a:pt x="215027" y="114300"/>
                </a:lnTo>
                <a:cubicBezTo>
                  <a:pt x="222369" y="114300"/>
                  <a:pt x="228243" y="120531"/>
                  <a:pt x="226735" y="127714"/>
                </a:cubicBezTo>
                <a:cubicBezTo>
                  <a:pt x="222687" y="146923"/>
                  <a:pt x="212844" y="163989"/>
                  <a:pt x="199112" y="177006"/>
                </a:cubicBezTo>
                <a:cubicBezTo>
                  <a:pt x="194231" y="181650"/>
                  <a:pt x="186571" y="180658"/>
                  <a:pt x="182285" y="175458"/>
                </a:cubicBezTo>
                <a:lnTo>
                  <a:pt x="148788" y="135096"/>
                </a:lnTo>
                <a:cubicBezTo>
                  <a:pt x="141922" y="126802"/>
                  <a:pt x="147836" y="114300"/>
                  <a:pt x="158552" y="114300"/>
                </a:cubicBezTo>
                <a:lnTo>
                  <a:pt x="189587" y="114300"/>
                </a:lnTo>
                <a:close/>
              </a:path>
            </a:pathLst>
          </a:custGeom>
          <a:solidFill>
            <a:srgbClr val="6A7B8C"/>
          </a:solidFill>
        </p:spPr>
      </p:sp>
      <p:sp>
        <p:nvSpPr>
          <p:cNvPr id="53" name="Text 51"/>
          <p:cNvSpPr/>
          <p:nvPr/>
        </p:nvSpPr>
        <p:spPr>
          <a:xfrm>
            <a:off x="11590867" y="4749800"/>
            <a:ext cx="116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饼图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90867" y="50546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显示占比关系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0700" y="5905500"/>
            <a:ext cx="10947400" cy="2184400"/>
          </a:xfrm>
          <a:custGeom>
            <a:avLst/>
            <a:gdLst/>
            <a:ahLst/>
            <a:cxnLst/>
            <a:rect l="l" t="t" r="r" b="b"/>
            <a:pathLst>
              <a:path w="10947400" h="2184400">
                <a:moveTo>
                  <a:pt x="152406" y="0"/>
                </a:moveTo>
                <a:lnTo>
                  <a:pt x="10794994" y="0"/>
                </a:lnTo>
                <a:cubicBezTo>
                  <a:pt x="10879166" y="0"/>
                  <a:pt x="10947400" y="68234"/>
                  <a:pt x="10947400" y="152406"/>
                </a:cubicBezTo>
                <a:lnTo>
                  <a:pt x="10947400" y="2031994"/>
                </a:lnTo>
                <a:cubicBezTo>
                  <a:pt x="10947400" y="2116166"/>
                  <a:pt x="10879166" y="2184400"/>
                  <a:pt x="107949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20000"/>
                </a:srgbClr>
              </a:gs>
              <a:gs pos="100000">
                <a:srgbClr val="4EC3A1">
                  <a:alpha val="10000"/>
                </a:srgbClr>
              </a:gs>
            </a:gsLst>
            <a:lin ang="0" scaled="1"/>
          </a:gradFill>
          <a:ln w="25400">
            <a:solidFill>
              <a:srgbClr val="3E8ACC">
                <a:alpha val="40000"/>
              </a:srgbClr>
            </a:solidFill>
            <a:prstDash val="solid"/>
          </a:ln>
        </p:spPr>
      </p:sp>
      <p:pic>
        <p:nvPicPr>
          <p:cNvPr id="56" name="Image 0" descr="https://kimi-web-img.moonshot.cn/img/www.smartsheet.com/19c1ac9d5cf9fedb879a4ad2e2914a30663e8b63.png"/>
          <p:cNvPicPr>
            <a:picLocks noChangeAspect="1"/>
          </p:cNvPicPr>
          <p:nvPr/>
        </p:nvPicPr>
        <p:blipFill>
          <a:blip r:embed="rId1">
            <a:alphaModFix amt="90000"/>
          </a:blip>
          <a:srcRect t="222" b="222"/>
          <a:stretch>
            <a:fillRect/>
          </a:stretch>
        </p:blipFill>
        <p:spPr>
          <a:xfrm>
            <a:off x="838200" y="6296025"/>
            <a:ext cx="2844800" cy="1397000"/>
          </a:xfrm>
          <a:prstGeom prst="roundRect">
            <a:avLst>
              <a:gd name="adj" fmla="val 7273"/>
            </a:avLst>
          </a:prstGeom>
        </p:spPr>
      </p:pic>
      <p:sp>
        <p:nvSpPr>
          <p:cNvPr id="57" name="Text 54"/>
          <p:cNvSpPr/>
          <p:nvPr/>
        </p:nvSpPr>
        <p:spPr>
          <a:xfrm>
            <a:off x="3937000" y="6223000"/>
            <a:ext cx="736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从数据到信息的关键路径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3937000" y="6781800"/>
            <a:ext cx="1016000" cy="508000"/>
          </a:xfrm>
          <a:custGeom>
            <a:avLst/>
            <a:gdLst/>
            <a:ahLst/>
            <a:cxnLst/>
            <a:rect l="l" t="t" r="r" b="b"/>
            <a:pathLst>
              <a:path w="1016000" h="508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406400"/>
                </a:lnTo>
                <a:cubicBezTo>
                  <a:pt x="1016000" y="462475"/>
                  <a:pt x="970475" y="508000"/>
                  <a:pt x="914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59" name="Text 56"/>
          <p:cNvSpPr/>
          <p:nvPr/>
        </p:nvSpPr>
        <p:spPr>
          <a:xfrm>
            <a:off x="3937000" y="6781800"/>
            <a:ext cx="1117600" cy="508000"/>
          </a:xfrm>
          <a:prstGeom prst="rect">
            <a:avLst/>
          </a:prstGeom>
          <a:noFill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规范化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5130800" y="693420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61" name="Shape 58"/>
          <p:cNvSpPr/>
          <p:nvPr/>
        </p:nvSpPr>
        <p:spPr>
          <a:xfrm>
            <a:off x="5511800" y="6781800"/>
            <a:ext cx="812800" cy="508000"/>
          </a:xfrm>
          <a:custGeom>
            <a:avLst/>
            <a:gdLst/>
            <a:ahLst/>
            <a:cxnLst/>
            <a:rect l="l" t="t" r="r" b="b"/>
            <a:pathLst>
              <a:path w="812800" h="5080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406400"/>
                </a:lnTo>
                <a:cubicBezTo>
                  <a:pt x="812800" y="462475"/>
                  <a:pt x="767275" y="508000"/>
                  <a:pt x="7112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62" name="Text 59"/>
          <p:cNvSpPr/>
          <p:nvPr/>
        </p:nvSpPr>
        <p:spPr>
          <a:xfrm>
            <a:off x="5511800" y="6781800"/>
            <a:ext cx="914400" cy="508000"/>
          </a:xfrm>
          <a:prstGeom prst="rect">
            <a:avLst/>
          </a:prstGeom>
          <a:noFill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502400" y="693420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64" name="Shape 61"/>
          <p:cNvSpPr/>
          <p:nvPr/>
        </p:nvSpPr>
        <p:spPr>
          <a:xfrm>
            <a:off x="6883400" y="6781800"/>
            <a:ext cx="1016000" cy="508000"/>
          </a:xfrm>
          <a:custGeom>
            <a:avLst/>
            <a:gdLst/>
            <a:ahLst/>
            <a:cxnLst/>
            <a:rect l="l" t="t" r="r" b="b"/>
            <a:pathLst>
              <a:path w="1016000" h="508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406400"/>
                </a:lnTo>
                <a:cubicBezTo>
                  <a:pt x="1016000" y="462475"/>
                  <a:pt x="970475" y="508000"/>
                  <a:pt x="914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65" name="Text 62"/>
          <p:cNvSpPr/>
          <p:nvPr/>
        </p:nvSpPr>
        <p:spPr>
          <a:xfrm>
            <a:off x="6883400" y="6781800"/>
            <a:ext cx="1117600" cy="508000"/>
          </a:xfrm>
          <a:prstGeom prst="rect">
            <a:avLst/>
          </a:prstGeom>
          <a:noFill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3937000" y="7442203"/>
            <a:ext cx="731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</a:t>
            </a:r>
            <a:r>
              <a:rPr lang="en-US" sz="1600" b="1" dirty="0">
                <a:solidFill>
                  <a:srgbClr val="3E8A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表格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6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透视表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600" b="1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核心函数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，Excel将成为你最强大的数据分析工具。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11696700" y="5905500"/>
            <a:ext cx="4038600" cy="2184400"/>
          </a:xfrm>
          <a:custGeom>
            <a:avLst/>
            <a:gdLst/>
            <a:ahLst/>
            <a:cxnLst/>
            <a:rect l="l" t="t" r="r" b="b"/>
            <a:pathLst>
              <a:path w="4038600" h="2184400">
                <a:moveTo>
                  <a:pt x="152406" y="0"/>
                </a:moveTo>
                <a:lnTo>
                  <a:pt x="3886194" y="0"/>
                </a:lnTo>
                <a:cubicBezTo>
                  <a:pt x="3970366" y="0"/>
                  <a:pt x="4038600" y="68234"/>
                  <a:pt x="4038600" y="152406"/>
                </a:cubicBezTo>
                <a:lnTo>
                  <a:pt x="4038600" y="2031994"/>
                </a:lnTo>
                <a:cubicBezTo>
                  <a:pt x="4038600" y="2116166"/>
                  <a:pt x="3970366" y="2184400"/>
                  <a:pt x="38861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solidFill>
            <a:srgbClr val="2A2F35"/>
          </a:solidFill>
          <a:ln w="25400">
            <a:solidFill>
              <a:srgbClr val="4EC3A1">
                <a:alpha val="50196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2014200" y="6337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69" name="Shape 66"/>
          <p:cNvSpPr/>
          <p:nvPr/>
        </p:nvSpPr>
        <p:spPr>
          <a:xfrm>
            <a:off x="12153900" y="64897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0" name="Text 67"/>
          <p:cNvSpPr/>
          <p:nvPr/>
        </p:nvSpPr>
        <p:spPr>
          <a:xfrm>
            <a:off x="12674600" y="6413500"/>
            <a:ext cx="850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EC3A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核心建议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2014200" y="6997703"/>
            <a:ext cx="350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大数据必用</a:t>
            </a:r>
            <a:r>
              <a:rPr lang="en-US" sz="16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"表格"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600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"透视表"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，这是高效数据分析的基础。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416" y="525157"/>
            <a:ext cx="668382" cy="668382"/>
          </a:xfrm>
          <a:custGeom>
            <a:avLst/>
            <a:gdLst/>
            <a:ahLst/>
            <a:cxnLst/>
            <a:rect l="l" t="t" r="r" b="b"/>
            <a:pathLst>
              <a:path w="668382" h="668382">
                <a:moveTo>
                  <a:pt x="143228" y="0"/>
                </a:moveTo>
                <a:lnTo>
                  <a:pt x="525154" y="0"/>
                </a:lnTo>
                <a:cubicBezTo>
                  <a:pt x="604204" y="0"/>
                  <a:pt x="668382" y="64178"/>
                  <a:pt x="668382" y="143228"/>
                </a:cubicBezTo>
                <a:lnTo>
                  <a:pt x="668382" y="525154"/>
                </a:lnTo>
                <a:cubicBezTo>
                  <a:pt x="668382" y="604257"/>
                  <a:pt x="604257" y="668382"/>
                  <a:pt x="525154" y="668382"/>
                </a:cubicBezTo>
                <a:lnTo>
                  <a:pt x="143228" y="668382"/>
                </a:lnTo>
                <a:cubicBezTo>
                  <a:pt x="64178" y="668382"/>
                  <a:pt x="0" y="604204"/>
                  <a:pt x="0" y="525154"/>
                </a:cubicBezTo>
                <a:lnTo>
                  <a:pt x="0" y="143228"/>
                </a:lnTo>
                <a:cubicBezTo>
                  <a:pt x="0" y="64125"/>
                  <a:pt x="64125" y="0"/>
                  <a:pt x="143228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" name="Text 1"/>
          <p:cNvSpPr/>
          <p:nvPr/>
        </p:nvSpPr>
        <p:spPr>
          <a:xfrm>
            <a:off x="677831" y="668382"/>
            <a:ext cx="405803" cy="381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5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36764" y="477416"/>
            <a:ext cx="14525369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kern="0" spc="263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36764" y="763865"/>
            <a:ext cx="14656658" cy="477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8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PowerPoint：设计简洁专业的演示文稿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1286" y="1432247"/>
            <a:ext cx="7531231" cy="2530302"/>
          </a:xfrm>
          <a:custGeom>
            <a:avLst/>
            <a:gdLst/>
            <a:ahLst/>
            <a:cxnLst/>
            <a:rect l="l" t="t" r="r" b="b"/>
            <a:pathLst>
              <a:path w="7531231" h="2530302">
                <a:moveTo>
                  <a:pt x="47742" y="0"/>
                </a:moveTo>
                <a:lnTo>
                  <a:pt x="7388015" y="0"/>
                </a:lnTo>
                <a:cubicBezTo>
                  <a:pt x="7467111" y="0"/>
                  <a:pt x="7531231" y="64120"/>
                  <a:pt x="7531231" y="143215"/>
                </a:cubicBezTo>
                <a:lnTo>
                  <a:pt x="7531231" y="2387087"/>
                </a:lnTo>
                <a:cubicBezTo>
                  <a:pt x="7531231" y="2466183"/>
                  <a:pt x="7467111" y="2530302"/>
                  <a:pt x="7388015" y="2530302"/>
                </a:cubicBezTo>
                <a:lnTo>
                  <a:pt x="47742" y="2530302"/>
                </a:lnTo>
                <a:cubicBezTo>
                  <a:pt x="21375" y="2530302"/>
                  <a:pt x="0" y="2508928"/>
                  <a:pt x="0" y="2482561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7" name="Shape 5"/>
          <p:cNvSpPr/>
          <p:nvPr/>
        </p:nvSpPr>
        <p:spPr>
          <a:xfrm>
            <a:off x="501286" y="1432247"/>
            <a:ext cx="47742" cy="2530302"/>
          </a:xfrm>
          <a:custGeom>
            <a:avLst/>
            <a:gdLst/>
            <a:ahLst/>
            <a:cxnLst/>
            <a:rect l="l" t="t" r="r" b="b"/>
            <a:pathLst>
              <a:path w="47742" h="2530302">
                <a:moveTo>
                  <a:pt x="47742" y="0"/>
                </a:moveTo>
                <a:lnTo>
                  <a:pt x="47742" y="0"/>
                </a:lnTo>
                <a:lnTo>
                  <a:pt x="47742" y="2530302"/>
                </a:lnTo>
                <a:lnTo>
                  <a:pt x="47742" y="2530302"/>
                </a:lnTo>
                <a:cubicBezTo>
                  <a:pt x="21375" y="2530302"/>
                  <a:pt x="0" y="2508928"/>
                  <a:pt x="0" y="2482561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763865" y="1670954"/>
            <a:ext cx="668382" cy="668382"/>
          </a:xfrm>
          <a:custGeom>
            <a:avLst/>
            <a:gdLst/>
            <a:ahLst/>
            <a:cxnLst/>
            <a:rect l="l" t="t" r="r" b="b"/>
            <a:pathLst>
              <a:path w="668382" h="668382">
                <a:moveTo>
                  <a:pt x="95485" y="0"/>
                </a:moveTo>
                <a:lnTo>
                  <a:pt x="572897" y="0"/>
                </a:lnTo>
                <a:cubicBezTo>
                  <a:pt x="625632" y="0"/>
                  <a:pt x="668382" y="42750"/>
                  <a:pt x="668382" y="95485"/>
                </a:cubicBezTo>
                <a:lnTo>
                  <a:pt x="668382" y="572897"/>
                </a:lnTo>
                <a:cubicBezTo>
                  <a:pt x="668382" y="625632"/>
                  <a:pt x="625632" y="668382"/>
                  <a:pt x="572897" y="668382"/>
                </a:cubicBezTo>
                <a:lnTo>
                  <a:pt x="95485" y="668382"/>
                </a:lnTo>
                <a:cubicBezTo>
                  <a:pt x="42750" y="668382"/>
                  <a:pt x="0" y="625632"/>
                  <a:pt x="0" y="572897"/>
                </a:cubicBezTo>
                <a:lnTo>
                  <a:pt x="0" y="95485"/>
                </a:lnTo>
                <a:cubicBezTo>
                  <a:pt x="0" y="42785"/>
                  <a:pt x="42785" y="0"/>
                  <a:pt x="95485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9" name="Shape 7"/>
          <p:cNvSpPr/>
          <p:nvPr/>
        </p:nvSpPr>
        <p:spPr>
          <a:xfrm>
            <a:off x="954831" y="186192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30077" y="2909"/>
                </a:moveTo>
                <a:cubicBezTo>
                  <a:pt x="138413" y="-951"/>
                  <a:pt x="148036" y="-951"/>
                  <a:pt x="156372" y="2909"/>
                </a:cubicBezTo>
                <a:lnTo>
                  <a:pt x="278673" y="59416"/>
                </a:lnTo>
                <a:cubicBezTo>
                  <a:pt x="283428" y="61598"/>
                  <a:pt x="286449" y="66353"/>
                  <a:pt x="286449" y="71612"/>
                </a:cubicBezTo>
                <a:cubicBezTo>
                  <a:pt x="286449" y="76871"/>
                  <a:pt x="283428" y="81627"/>
                  <a:pt x="278673" y="83809"/>
                </a:cubicBezTo>
                <a:lnTo>
                  <a:pt x="156372" y="140315"/>
                </a:lnTo>
                <a:cubicBezTo>
                  <a:pt x="148036" y="144176"/>
                  <a:pt x="138413" y="144176"/>
                  <a:pt x="130077" y="140315"/>
                </a:cubicBezTo>
                <a:lnTo>
                  <a:pt x="7777" y="83809"/>
                </a:lnTo>
                <a:cubicBezTo>
                  <a:pt x="3021" y="81571"/>
                  <a:pt x="0" y="76815"/>
                  <a:pt x="0" y="71612"/>
                </a:cubicBezTo>
                <a:cubicBezTo>
                  <a:pt x="0" y="66409"/>
                  <a:pt x="3021" y="61598"/>
                  <a:pt x="7777" y="59416"/>
                </a:cubicBezTo>
                <a:lnTo>
                  <a:pt x="130077" y="2909"/>
                </a:lnTo>
                <a:close/>
                <a:moveTo>
                  <a:pt x="26911" y="122189"/>
                </a:moveTo>
                <a:lnTo>
                  <a:pt x="118832" y="164652"/>
                </a:lnTo>
                <a:cubicBezTo>
                  <a:pt x="134329" y="171814"/>
                  <a:pt x="152176" y="171814"/>
                  <a:pt x="167674" y="164652"/>
                </a:cubicBezTo>
                <a:lnTo>
                  <a:pt x="259595" y="122189"/>
                </a:lnTo>
                <a:lnTo>
                  <a:pt x="278673" y="131028"/>
                </a:lnTo>
                <a:cubicBezTo>
                  <a:pt x="283428" y="133210"/>
                  <a:pt x="286449" y="137966"/>
                  <a:pt x="286449" y="143225"/>
                </a:cubicBezTo>
                <a:cubicBezTo>
                  <a:pt x="286449" y="148484"/>
                  <a:pt x="283428" y="153239"/>
                  <a:pt x="278673" y="155421"/>
                </a:cubicBezTo>
                <a:lnTo>
                  <a:pt x="156372" y="211928"/>
                </a:lnTo>
                <a:cubicBezTo>
                  <a:pt x="148036" y="215788"/>
                  <a:pt x="138413" y="215788"/>
                  <a:pt x="130077" y="211928"/>
                </a:cubicBezTo>
                <a:lnTo>
                  <a:pt x="7777" y="155421"/>
                </a:lnTo>
                <a:cubicBezTo>
                  <a:pt x="3021" y="153183"/>
                  <a:pt x="0" y="148428"/>
                  <a:pt x="0" y="143225"/>
                </a:cubicBezTo>
                <a:cubicBezTo>
                  <a:pt x="0" y="138022"/>
                  <a:pt x="3021" y="133210"/>
                  <a:pt x="7777" y="131028"/>
                </a:cubicBezTo>
                <a:lnTo>
                  <a:pt x="26855" y="122189"/>
                </a:lnTo>
                <a:close/>
                <a:moveTo>
                  <a:pt x="7777" y="202641"/>
                </a:moveTo>
                <a:lnTo>
                  <a:pt x="26855" y="193801"/>
                </a:lnTo>
                <a:lnTo>
                  <a:pt x="118776" y="236265"/>
                </a:lnTo>
                <a:cubicBezTo>
                  <a:pt x="134273" y="243426"/>
                  <a:pt x="152120" y="243426"/>
                  <a:pt x="167618" y="236265"/>
                </a:cubicBezTo>
                <a:lnTo>
                  <a:pt x="259539" y="193801"/>
                </a:lnTo>
                <a:lnTo>
                  <a:pt x="278617" y="202641"/>
                </a:lnTo>
                <a:cubicBezTo>
                  <a:pt x="283372" y="204822"/>
                  <a:pt x="286393" y="209578"/>
                  <a:pt x="286393" y="214837"/>
                </a:cubicBezTo>
                <a:cubicBezTo>
                  <a:pt x="286393" y="220096"/>
                  <a:pt x="283372" y="224852"/>
                  <a:pt x="278617" y="227033"/>
                </a:cubicBezTo>
                <a:lnTo>
                  <a:pt x="156316" y="283540"/>
                </a:lnTo>
                <a:cubicBezTo>
                  <a:pt x="147980" y="287400"/>
                  <a:pt x="138357" y="287400"/>
                  <a:pt x="130021" y="283540"/>
                </a:cubicBezTo>
                <a:lnTo>
                  <a:pt x="7777" y="227033"/>
                </a:lnTo>
                <a:cubicBezTo>
                  <a:pt x="3021" y="224796"/>
                  <a:pt x="0" y="220040"/>
                  <a:pt x="0" y="214837"/>
                </a:cubicBezTo>
                <a:cubicBezTo>
                  <a:pt x="0" y="209634"/>
                  <a:pt x="3021" y="204822"/>
                  <a:pt x="7777" y="20264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623213" y="1670954"/>
            <a:ext cx="6289950" cy="3341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设计一致性的基石：母版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23213" y="2100628"/>
            <a:ext cx="6266079" cy="6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50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"幻灯片母版"</a:t>
            </a:r>
            <a:r>
              <a:rPr lang="en-US" sz="150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中统一设置字体、配色、Logo和版式，确保整个演示文稿的设计一致性，一劳永逸。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23213" y="2864493"/>
            <a:ext cx="3031589" cy="381932"/>
          </a:xfrm>
          <a:custGeom>
            <a:avLst/>
            <a:gdLst/>
            <a:ahLst/>
            <a:cxnLst/>
            <a:rect l="l" t="t" r="r" b="b"/>
            <a:pathLst>
              <a:path w="3031589" h="381932">
                <a:moveTo>
                  <a:pt x="95483" y="0"/>
                </a:moveTo>
                <a:lnTo>
                  <a:pt x="2936106" y="0"/>
                </a:lnTo>
                <a:cubicBezTo>
                  <a:pt x="2988840" y="0"/>
                  <a:pt x="3031589" y="42749"/>
                  <a:pt x="3031589" y="95483"/>
                </a:cubicBezTo>
                <a:lnTo>
                  <a:pt x="3031589" y="286449"/>
                </a:lnTo>
                <a:cubicBezTo>
                  <a:pt x="3031589" y="339183"/>
                  <a:pt x="2988840" y="381932"/>
                  <a:pt x="2936106" y="381932"/>
                </a:cubicBezTo>
                <a:lnTo>
                  <a:pt x="95483" y="381932"/>
                </a:lnTo>
                <a:cubicBezTo>
                  <a:pt x="42749" y="381932"/>
                  <a:pt x="0" y="339183"/>
                  <a:pt x="0" y="286449"/>
                </a:cubicBezTo>
                <a:lnTo>
                  <a:pt x="0" y="95483"/>
                </a:lnTo>
                <a:cubicBezTo>
                  <a:pt x="0" y="42785"/>
                  <a:pt x="42785" y="0"/>
                  <a:pt x="95483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790308" y="2971912"/>
            <a:ext cx="167095" cy="167095"/>
          </a:xfrm>
          <a:custGeom>
            <a:avLst/>
            <a:gdLst/>
            <a:ahLst/>
            <a:cxnLst/>
            <a:rect l="l" t="t" r="r" b="b"/>
            <a:pathLst>
              <a:path w="167095" h="167095">
                <a:moveTo>
                  <a:pt x="93045" y="16546"/>
                </a:moveTo>
                <a:cubicBezTo>
                  <a:pt x="91348" y="12826"/>
                  <a:pt x="87627" y="10443"/>
                  <a:pt x="83548" y="10443"/>
                </a:cubicBezTo>
                <a:cubicBezTo>
                  <a:pt x="79468" y="10443"/>
                  <a:pt x="75748" y="12826"/>
                  <a:pt x="74051" y="16546"/>
                </a:cubicBezTo>
                <a:lnTo>
                  <a:pt x="19418" y="135765"/>
                </a:lnTo>
                <a:lnTo>
                  <a:pt x="15665" y="135765"/>
                </a:lnTo>
                <a:cubicBezTo>
                  <a:pt x="9889" y="135765"/>
                  <a:pt x="5222" y="140432"/>
                  <a:pt x="5222" y="146209"/>
                </a:cubicBezTo>
                <a:cubicBezTo>
                  <a:pt x="5222" y="151985"/>
                  <a:pt x="9889" y="156652"/>
                  <a:pt x="15665" y="156652"/>
                </a:cubicBezTo>
                <a:lnTo>
                  <a:pt x="44385" y="156652"/>
                </a:lnTo>
                <a:cubicBezTo>
                  <a:pt x="50161" y="156652"/>
                  <a:pt x="54828" y="151985"/>
                  <a:pt x="54828" y="146209"/>
                </a:cubicBezTo>
                <a:cubicBezTo>
                  <a:pt x="54828" y="140432"/>
                  <a:pt x="50161" y="135765"/>
                  <a:pt x="44385" y="135765"/>
                </a:cubicBezTo>
                <a:lnTo>
                  <a:pt x="42394" y="135765"/>
                </a:lnTo>
                <a:lnTo>
                  <a:pt x="49574" y="120100"/>
                </a:lnTo>
                <a:lnTo>
                  <a:pt x="117554" y="120100"/>
                </a:lnTo>
                <a:lnTo>
                  <a:pt x="124734" y="135765"/>
                </a:lnTo>
                <a:lnTo>
                  <a:pt x="122743" y="135765"/>
                </a:lnTo>
                <a:cubicBezTo>
                  <a:pt x="116967" y="135765"/>
                  <a:pt x="112300" y="140432"/>
                  <a:pt x="112300" y="146209"/>
                </a:cubicBezTo>
                <a:cubicBezTo>
                  <a:pt x="112300" y="151985"/>
                  <a:pt x="116967" y="156652"/>
                  <a:pt x="122743" y="156652"/>
                </a:cubicBezTo>
                <a:lnTo>
                  <a:pt x="151463" y="156652"/>
                </a:lnTo>
                <a:cubicBezTo>
                  <a:pt x="157239" y="156652"/>
                  <a:pt x="161906" y="151985"/>
                  <a:pt x="161906" y="146209"/>
                </a:cubicBezTo>
                <a:cubicBezTo>
                  <a:pt x="161906" y="140432"/>
                  <a:pt x="157239" y="135765"/>
                  <a:pt x="151463" y="135765"/>
                </a:cubicBezTo>
                <a:lnTo>
                  <a:pt x="147710" y="135765"/>
                </a:lnTo>
                <a:lnTo>
                  <a:pt x="93077" y="16546"/>
                </a:lnTo>
                <a:close/>
                <a:moveTo>
                  <a:pt x="107959" y="99213"/>
                </a:moveTo>
                <a:lnTo>
                  <a:pt x="59136" y="99213"/>
                </a:lnTo>
                <a:lnTo>
                  <a:pt x="83548" y="45951"/>
                </a:lnTo>
                <a:lnTo>
                  <a:pt x="107959" y="99213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4" name="Text 12"/>
          <p:cNvSpPr/>
          <p:nvPr/>
        </p:nvSpPr>
        <p:spPr>
          <a:xfrm>
            <a:off x="2070790" y="2936106"/>
            <a:ext cx="751930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统一字体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5507" y="2864493"/>
            <a:ext cx="3031589" cy="381932"/>
          </a:xfrm>
          <a:custGeom>
            <a:avLst/>
            <a:gdLst/>
            <a:ahLst/>
            <a:cxnLst/>
            <a:rect l="l" t="t" r="r" b="b"/>
            <a:pathLst>
              <a:path w="3031589" h="381932">
                <a:moveTo>
                  <a:pt x="95483" y="0"/>
                </a:moveTo>
                <a:lnTo>
                  <a:pt x="2936106" y="0"/>
                </a:lnTo>
                <a:cubicBezTo>
                  <a:pt x="2988840" y="0"/>
                  <a:pt x="3031589" y="42749"/>
                  <a:pt x="3031589" y="95483"/>
                </a:cubicBezTo>
                <a:lnTo>
                  <a:pt x="3031589" y="286449"/>
                </a:lnTo>
                <a:cubicBezTo>
                  <a:pt x="3031589" y="339183"/>
                  <a:pt x="2988840" y="381932"/>
                  <a:pt x="2936106" y="381932"/>
                </a:cubicBezTo>
                <a:lnTo>
                  <a:pt x="95483" y="381932"/>
                </a:lnTo>
                <a:cubicBezTo>
                  <a:pt x="42749" y="381932"/>
                  <a:pt x="0" y="339183"/>
                  <a:pt x="0" y="286449"/>
                </a:cubicBezTo>
                <a:lnTo>
                  <a:pt x="0" y="95483"/>
                </a:lnTo>
                <a:cubicBezTo>
                  <a:pt x="0" y="42785"/>
                  <a:pt x="42785" y="0"/>
                  <a:pt x="95483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922602" y="2971912"/>
            <a:ext cx="167095" cy="167095"/>
          </a:xfrm>
          <a:custGeom>
            <a:avLst/>
            <a:gdLst/>
            <a:ahLst/>
            <a:cxnLst/>
            <a:rect l="l" t="t" r="r" b="b"/>
            <a:pathLst>
              <a:path w="167095" h="167095">
                <a:moveTo>
                  <a:pt x="167095" y="83548"/>
                </a:moveTo>
                <a:cubicBezTo>
                  <a:pt x="167095" y="83841"/>
                  <a:pt x="167095" y="84135"/>
                  <a:pt x="167095" y="84429"/>
                </a:cubicBezTo>
                <a:cubicBezTo>
                  <a:pt x="166965" y="96341"/>
                  <a:pt x="156130" y="104435"/>
                  <a:pt x="144218" y="104435"/>
                </a:cubicBezTo>
                <a:lnTo>
                  <a:pt x="112267" y="104435"/>
                </a:lnTo>
                <a:cubicBezTo>
                  <a:pt x="103619" y="104435"/>
                  <a:pt x="96602" y="111451"/>
                  <a:pt x="96602" y="120100"/>
                </a:cubicBezTo>
                <a:cubicBezTo>
                  <a:pt x="96602" y="121209"/>
                  <a:pt x="96733" y="122286"/>
                  <a:pt x="96928" y="123331"/>
                </a:cubicBezTo>
                <a:cubicBezTo>
                  <a:pt x="97614" y="126660"/>
                  <a:pt x="99050" y="129858"/>
                  <a:pt x="100453" y="133089"/>
                </a:cubicBezTo>
                <a:cubicBezTo>
                  <a:pt x="102444" y="137593"/>
                  <a:pt x="104402" y="142064"/>
                  <a:pt x="104402" y="146796"/>
                </a:cubicBezTo>
                <a:cubicBezTo>
                  <a:pt x="104402" y="157174"/>
                  <a:pt x="97353" y="166606"/>
                  <a:pt x="86974" y="167030"/>
                </a:cubicBezTo>
                <a:cubicBezTo>
                  <a:pt x="85832" y="167063"/>
                  <a:pt x="84690" y="167095"/>
                  <a:pt x="83515" y="167095"/>
                </a:cubicBezTo>
                <a:cubicBezTo>
                  <a:pt x="37368" y="167095"/>
                  <a:pt x="-33" y="129695"/>
                  <a:pt x="-33" y="83548"/>
                </a:cubicBezTo>
                <a:cubicBezTo>
                  <a:pt x="-33" y="37401"/>
                  <a:pt x="37401" y="0"/>
                  <a:pt x="83548" y="0"/>
                </a:cubicBezTo>
                <a:cubicBezTo>
                  <a:pt x="129695" y="0"/>
                  <a:pt x="167095" y="37401"/>
                  <a:pt x="167095" y="83548"/>
                </a:cubicBezTo>
                <a:close/>
                <a:moveTo>
                  <a:pt x="41774" y="93991"/>
                </a:moveTo>
                <a:cubicBezTo>
                  <a:pt x="41774" y="88227"/>
                  <a:pt x="37094" y="83548"/>
                  <a:pt x="31330" y="83548"/>
                </a:cubicBezTo>
                <a:cubicBezTo>
                  <a:pt x="25566" y="83548"/>
                  <a:pt x="20887" y="88227"/>
                  <a:pt x="20887" y="93991"/>
                </a:cubicBezTo>
                <a:cubicBezTo>
                  <a:pt x="20887" y="99755"/>
                  <a:pt x="25566" y="104435"/>
                  <a:pt x="31330" y="104435"/>
                </a:cubicBezTo>
                <a:cubicBezTo>
                  <a:pt x="37094" y="104435"/>
                  <a:pt x="41774" y="99755"/>
                  <a:pt x="41774" y="93991"/>
                </a:cubicBezTo>
                <a:close/>
                <a:moveTo>
                  <a:pt x="41774" y="62661"/>
                </a:moveTo>
                <a:cubicBezTo>
                  <a:pt x="47538" y="62661"/>
                  <a:pt x="52217" y="57981"/>
                  <a:pt x="52217" y="52217"/>
                </a:cubicBezTo>
                <a:cubicBezTo>
                  <a:pt x="52217" y="46453"/>
                  <a:pt x="47538" y="41774"/>
                  <a:pt x="41774" y="41774"/>
                </a:cubicBezTo>
                <a:cubicBezTo>
                  <a:pt x="36010" y="41774"/>
                  <a:pt x="31330" y="46453"/>
                  <a:pt x="31330" y="52217"/>
                </a:cubicBezTo>
                <a:cubicBezTo>
                  <a:pt x="31330" y="57981"/>
                  <a:pt x="36010" y="62661"/>
                  <a:pt x="41774" y="62661"/>
                </a:cubicBezTo>
                <a:close/>
                <a:moveTo>
                  <a:pt x="93991" y="31330"/>
                </a:moveTo>
                <a:cubicBezTo>
                  <a:pt x="93991" y="25566"/>
                  <a:pt x="89312" y="20887"/>
                  <a:pt x="83548" y="20887"/>
                </a:cubicBezTo>
                <a:cubicBezTo>
                  <a:pt x="77784" y="20887"/>
                  <a:pt x="73104" y="25566"/>
                  <a:pt x="73104" y="31330"/>
                </a:cubicBezTo>
                <a:cubicBezTo>
                  <a:pt x="73104" y="37094"/>
                  <a:pt x="77784" y="41774"/>
                  <a:pt x="83548" y="41774"/>
                </a:cubicBezTo>
                <a:cubicBezTo>
                  <a:pt x="89312" y="41774"/>
                  <a:pt x="93991" y="37094"/>
                  <a:pt x="93991" y="31330"/>
                </a:cubicBezTo>
                <a:close/>
                <a:moveTo>
                  <a:pt x="125322" y="62661"/>
                </a:moveTo>
                <a:cubicBezTo>
                  <a:pt x="131085" y="62661"/>
                  <a:pt x="135765" y="57981"/>
                  <a:pt x="135765" y="52217"/>
                </a:cubicBezTo>
                <a:cubicBezTo>
                  <a:pt x="135765" y="46453"/>
                  <a:pt x="131085" y="41774"/>
                  <a:pt x="125322" y="41774"/>
                </a:cubicBezTo>
                <a:cubicBezTo>
                  <a:pt x="119558" y="41774"/>
                  <a:pt x="114878" y="46453"/>
                  <a:pt x="114878" y="52217"/>
                </a:cubicBezTo>
                <a:cubicBezTo>
                  <a:pt x="114878" y="57981"/>
                  <a:pt x="119558" y="62661"/>
                  <a:pt x="125322" y="62661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17" name="Text 15"/>
          <p:cNvSpPr/>
          <p:nvPr/>
        </p:nvSpPr>
        <p:spPr>
          <a:xfrm>
            <a:off x="5203084" y="2936106"/>
            <a:ext cx="751930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配色方案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23213" y="3341909"/>
            <a:ext cx="3031589" cy="381932"/>
          </a:xfrm>
          <a:custGeom>
            <a:avLst/>
            <a:gdLst/>
            <a:ahLst/>
            <a:cxnLst/>
            <a:rect l="l" t="t" r="r" b="b"/>
            <a:pathLst>
              <a:path w="3031589" h="381932">
                <a:moveTo>
                  <a:pt x="95483" y="0"/>
                </a:moveTo>
                <a:lnTo>
                  <a:pt x="2936106" y="0"/>
                </a:lnTo>
                <a:cubicBezTo>
                  <a:pt x="2988840" y="0"/>
                  <a:pt x="3031589" y="42749"/>
                  <a:pt x="3031589" y="95483"/>
                </a:cubicBezTo>
                <a:lnTo>
                  <a:pt x="3031589" y="286449"/>
                </a:lnTo>
                <a:cubicBezTo>
                  <a:pt x="3031589" y="339183"/>
                  <a:pt x="2988840" y="381932"/>
                  <a:pt x="2936106" y="381932"/>
                </a:cubicBezTo>
                <a:lnTo>
                  <a:pt x="95483" y="381932"/>
                </a:lnTo>
                <a:cubicBezTo>
                  <a:pt x="42749" y="381932"/>
                  <a:pt x="0" y="339183"/>
                  <a:pt x="0" y="286449"/>
                </a:cubicBezTo>
                <a:lnTo>
                  <a:pt x="0" y="95483"/>
                </a:lnTo>
                <a:cubicBezTo>
                  <a:pt x="0" y="42785"/>
                  <a:pt x="42785" y="0"/>
                  <a:pt x="95483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769421" y="3449327"/>
            <a:ext cx="208869" cy="167095"/>
          </a:xfrm>
          <a:custGeom>
            <a:avLst/>
            <a:gdLst/>
            <a:ahLst/>
            <a:cxnLst/>
            <a:rect l="l" t="t" r="r" b="b"/>
            <a:pathLst>
              <a:path w="208869" h="167095">
                <a:moveTo>
                  <a:pt x="113116" y="35965"/>
                </a:moveTo>
                <a:cubicBezTo>
                  <a:pt x="110570" y="32146"/>
                  <a:pt x="105805" y="30417"/>
                  <a:pt x="101400" y="31755"/>
                </a:cubicBezTo>
                <a:cubicBezTo>
                  <a:pt x="96994" y="33093"/>
                  <a:pt x="93991" y="37172"/>
                  <a:pt x="93991" y="41774"/>
                </a:cubicBezTo>
                <a:lnTo>
                  <a:pt x="93991" y="125322"/>
                </a:lnTo>
                <a:cubicBezTo>
                  <a:pt x="93991" y="131098"/>
                  <a:pt x="98658" y="135765"/>
                  <a:pt x="104435" y="135765"/>
                </a:cubicBezTo>
                <a:cubicBezTo>
                  <a:pt x="110211" y="135765"/>
                  <a:pt x="114878" y="131098"/>
                  <a:pt x="114878" y="125322"/>
                </a:cubicBezTo>
                <a:lnTo>
                  <a:pt x="114878" y="76270"/>
                </a:lnTo>
                <a:lnTo>
                  <a:pt x="137527" y="110244"/>
                </a:lnTo>
                <a:cubicBezTo>
                  <a:pt x="139453" y="113148"/>
                  <a:pt x="142716" y="114878"/>
                  <a:pt x="146209" y="114878"/>
                </a:cubicBezTo>
                <a:cubicBezTo>
                  <a:pt x="149701" y="114878"/>
                  <a:pt x="152964" y="113148"/>
                  <a:pt x="154890" y="110244"/>
                </a:cubicBezTo>
                <a:lnTo>
                  <a:pt x="177539" y="76270"/>
                </a:lnTo>
                <a:lnTo>
                  <a:pt x="177539" y="125322"/>
                </a:lnTo>
                <a:cubicBezTo>
                  <a:pt x="177539" y="131098"/>
                  <a:pt x="182206" y="135765"/>
                  <a:pt x="187982" y="135765"/>
                </a:cubicBezTo>
                <a:cubicBezTo>
                  <a:pt x="193759" y="135765"/>
                  <a:pt x="198426" y="131098"/>
                  <a:pt x="198426" y="125322"/>
                </a:cubicBezTo>
                <a:lnTo>
                  <a:pt x="198426" y="41774"/>
                </a:lnTo>
                <a:cubicBezTo>
                  <a:pt x="198426" y="37172"/>
                  <a:pt x="195423" y="33125"/>
                  <a:pt x="191018" y="31787"/>
                </a:cubicBezTo>
                <a:cubicBezTo>
                  <a:pt x="186612" y="30449"/>
                  <a:pt x="181847" y="32146"/>
                  <a:pt x="179301" y="35997"/>
                </a:cubicBezTo>
                <a:lnTo>
                  <a:pt x="146209" y="85604"/>
                </a:lnTo>
                <a:lnTo>
                  <a:pt x="113116" y="35965"/>
                </a:lnTo>
                <a:close/>
                <a:moveTo>
                  <a:pt x="10443" y="31330"/>
                </a:moveTo>
                <a:cubicBezTo>
                  <a:pt x="4667" y="31330"/>
                  <a:pt x="0" y="35997"/>
                  <a:pt x="0" y="41774"/>
                </a:cubicBezTo>
                <a:cubicBezTo>
                  <a:pt x="0" y="47550"/>
                  <a:pt x="4667" y="52217"/>
                  <a:pt x="10443" y="52217"/>
                </a:cubicBezTo>
                <a:lnTo>
                  <a:pt x="31330" y="52217"/>
                </a:lnTo>
                <a:lnTo>
                  <a:pt x="31330" y="125322"/>
                </a:lnTo>
                <a:cubicBezTo>
                  <a:pt x="31330" y="131098"/>
                  <a:pt x="35997" y="135765"/>
                  <a:pt x="41774" y="135765"/>
                </a:cubicBezTo>
                <a:cubicBezTo>
                  <a:pt x="47550" y="135765"/>
                  <a:pt x="52217" y="131098"/>
                  <a:pt x="52217" y="125322"/>
                </a:cubicBezTo>
                <a:lnTo>
                  <a:pt x="52217" y="52217"/>
                </a:lnTo>
                <a:lnTo>
                  <a:pt x="73104" y="52217"/>
                </a:lnTo>
                <a:cubicBezTo>
                  <a:pt x="78881" y="52217"/>
                  <a:pt x="83548" y="47550"/>
                  <a:pt x="83548" y="41774"/>
                </a:cubicBezTo>
                <a:cubicBezTo>
                  <a:pt x="83548" y="35997"/>
                  <a:pt x="78881" y="31330"/>
                  <a:pt x="73104" y="31330"/>
                </a:cubicBezTo>
                <a:lnTo>
                  <a:pt x="10443" y="31330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20" name="Text 18"/>
          <p:cNvSpPr/>
          <p:nvPr/>
        </p:nvSpPr>
        <p:spPr>
          <a:xfrm>
            <a:off x="2070790" y="3413521"/>
            <a:ext cx="799671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Logo固定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5507" y="3341909"/>
            <a:ext cx="3031589" cy="381932"/>
          </a:xfrm>
          <a:custGeom>
            <a:avLst/>
            <a:gdLst/>
            <a:ahLst/>
            <a:cxnLst/>
            <a:rect l="l" t="t" r="r" b="b"/>
            <a:pathLst>
              <a:path w="3031589" h="381932">
                <a:moveTo>
                  <a:pt x="95483" y="0"/>
                </a:moveTo>
                <a:lnTo>
                  <a:pt x="2936106" y="0"/>
                </a:lnTo>
                <a:cubicBezTo>
                  <a:pt x="2988840" y="0"/>
                  <a:pt x="3031589" y="42749"/>
                  <a:pt x="3031589" y="95483"/>
                </a:cubicBezTo>
                <a:lnTo>
                  <a:pt x="3031589" y="286449"/>
                </a:lnTo>
                <a:cubicBezTo>
                  <a:pt x="3031589" y="339183"/>
                  <a:pt x="2988840" y="381932"/>
                  <a:pt x="2936106" y="381932"/>
                </a:cubicBezTo>
                <a:lnTo>
                  <a:pt x="95483" y="381932"/>
                </a:lnTo>
                <a:cubicBezTo>
                  <a:pt x="42749" y="381932"/>
                  <a:pt x="0" y="339183"/>
                  <a:pt x="0" y="286449"/>
                </a:cubicBezTo>
                <a:lnTo>
                  <a:pt x="0" y="95483"/>
                </a:lnTo>
                <a:cubicBezTo>
                  <a:pt x="0" y="42785"/>
                  <a:pt x="42785" y="0"/>
                  <a:pt x="95483" y="0"/>
                </a:cubicBezTo>
                <a:close/>
              </a:path>
            </a:pathLst>
          </a:custGeom>
          <a:solidFill>
            <a:srgbClr val="3E8ACC">
              <a:alpha val="1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4933046" y="3449327"/>
            <a:ext cx="146209" cy="167095"/>
          </a:xfrm>
          <a:custGeom>
            <a:avLst/>
            <a:gdLst/>
            <a:ahLst/>
            <a:cxnLst/>
            <a:rect l="l" t="t" r="r" b="b"/>
            <a:pathLst>
              <a:path w="146209" h="167095">
                <a:moveTo>
                  <a:pt x="125322" y="31330"/>
                </a:moveTo>
                <a:lnTo>
                  <a:pt x="83548" y="31330"/>
                </a:lnTo>
                <a:lnTo>
                  <a:pt x="83548" y="73104"/>
                </a:lnTo>
                <a:lnTo>
                  <a:pt x="125322" y="73104"/>
                </a:lnTo>
                <a:lnTo>
                  <a:pt x="125322" y="31330"/>
                </a:lnTo>
                <a:close/>
                <a:moveTo>
                  <a:pt x="146209" y="73104"/>
                </a:moveTo>
                <a:lnTo>
                  <a:pt x="146209" y="135765"/>
                </a:lnTo>
                <a:cubicBezTo>
                  <a:pt x="146209" y="147285"/>
                  <a:pt x="136842" y="156652"/>
                  <a:pt x="125322" y="156652"/>
                </a:cubicBezTo>
                <a:lnTo>
                  <a:pt x="20887" y="156652"/>
                </a:lnTo>
                <a:cubicBezTo>
                  <a:pt x="9366" y="156652"/>
                  <a:pt x="0" y="147285"/>
                  <a:pt x="0" y="135765"/>
                </a:cubicBezTo>
                <a:lnTo>
                  <a:pt x="0" y="31330"/>
                </a:lnTo>
                <a:cubicBezTo>
                  <a:pt x="0" y="19810"/>
                  <a:pt x="9366" y="10443"/>
                  <a:pt x="20887" y="10443"/>
                </a:cubicBezTo>
                <a:lnTo>
                  <a:pt x="125322" y="10443"/>
                </a:lnTo>
                <a:cubicBezTo>
                  <a:pt x="136842" y="10443"/>
                  <a:pt x="146209" y="19810"/>
                  <a:pt x="146209" y="31330"/>
                </a:cubicBezTo>
                <a:lnTo>
                  <a:pt x="146209" y="73104"/>
                </a:lnTo>
                <a:close/>
                <a:moveTo>
                  <a:pt x="20887" y="93991"/>
                </a:moveTo>
                <a:lnTo>
                  <a:pt x="20887" y="135765"/>
                </a:lnTo>
                <a:lnTo>
                  <a:pt x="62661" y="135765"/>
                </a:lnTo>
                <a:lnTo>
                  <a:pt x="62661" y="93991"/>
                </a:lnTo>
                <a:lnTo>
                  <a:pt x="20887" y="93991"/>
                </a:lnTo>
                <a:close/>
                <a:moveTo>
                  <a:pt x="62661" y="73104"/>
                </a:moveTo>
                <a:lnTo>
                  <a:pt x="62661" y="31330"/>
                </a:lnTo>
                <a:lnTo>
                  <a:pt x="20887" y="31330"/>
                </a:lnTo>
                <a:lnTo>
                  <a:pt x="20887" y="73104"/>
                </a:lnTo>
                <a:lnTo>
                  <a:pt x="62661" y="73104"/>
                </a:lnTo>
                <a:close/>
                <a:moveTo>
                  <a:pt x="83548" y="93991"/>
                </a:moveTo>
                <a:lnTo>
                  <a:pt x="83548" y="135765"/>
                </a:lnTo>
                <a:lnTo>
                  <a:pt x="125322" y="135765"/>
                </a:lnTo>
                <a:lnTo>
                  <a:pt x="125322" y="93991"/>
                </a:lnTo>
                <a:lnTo>
                  <a:pt x="83548" y="93991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23" name="Text 21"/>
          <p:cNvSpPr/>
          <p:nvPr/>
        </p:nvSpPr>
        <p:spPr>
          <a:xfrm>
            <a:off x="5203084" y="3413521"/>
            <a:ext cx="751930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版式统一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1286" y="4153515"/>
            <a:ext cx="7531231" cy="2243853"/>
          </a:xfrm>
          <a:custGeom>
            <a:avLst/>
            <a:gdLst/>
            <a:ahLst/>
            <a:cxnLst/>
            <a:rect l="l" t="t" r="r" b="b"/>
            <a:pathLst>
              <a:path w="7531231" h="2243853">
                <a:moveTo>
                  <a:pt x="47742" y="0"/>
                </a:moveTo>
                <a:lnTo>
                  <a:pt x="7388005" y="0"/>
                </a:lnTo>
                <a:cubicBezTo>
                  <a:pt x="7467106" y="0"/>
                  <a:pt x="7531231" y="64124"/>
                  <a:pt x="7531231" y="143225"/>
                </a:cubicBezTo>
                <a:lnTo>
                  <a:pt x="7531231" y="2100628"/>
                </a:lnTo>
                <a:cubicBezTo>
                  <a:pt x="7531231" y="2179729"/>
                  <a:pt x="7467106" y="2243853"/>
                  <a:pt x="7388005" y="2243853"/>
                </a:cubicBezTo>
                <a:lnTo>
                  <a:pt x="47742" y="2243853"/>
                </a:lnTo>
                <a:cubicBezTo>
                  <a:pt x="21375" y="2243853"/>
                  <a:pt x="0" y="2222479"/>
                  <a:pt x="0" y="219611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5" name="Shape 23"/>
          <p:cNvSpPr/>
          <p:nvPr/>
        </p:nvSpPr>
        <p:spPr>
          <a:xfrm>
            <a:off x="501286" y="4153515"/>
            <a:ext cx="47742" cy="2243853"/>
          </a:xfrm>
          <a:custGeom>
            <a:avLst/>
            <a:gdLst/>
            <a:ahLst/>
            <a:cxnLst/>
            <a:rect l="l" t="t" r="r" b="b"/>
            <a:pathLst>
              <a:path w="47742" h="2243853">
                <a:moveTo>
                  <a:pt x="47742" y="0"/>
                </a:moveTo>
                <a:lnTo>
                  <a:pt x="47742" y="0"/>
                </a:lnTo>
                <a:lnTo>
                  <a:pt x="47742" y="2243853"/>
                </a:lnTo>
                <a:lnTo>
                  <a:pt x="47742" y="2243853"/>
                </a:lnTo>
                <a:cubicBezTo>
                  <a:pt x="21375" y="2243853"/>
                  <a:pt x="0" y="2222479"/>
                  <a:pt x="0" y="2196112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6" name="Shape 24"/>
          <p:cNvSpPr/>
          <p:nvPr/>
        </p:nvSpPr>
        <p:spPr>
          <a:xfrm>
            <a:off x="763865" y="4392223"/>
            <a:ext cx="668382" cy="668382"/>
          </a:xfrm>
          <a:custGeom>
            <a:avLst/>
            <a:gdLst/>
            <a:ahLst/>
            <a:cxnLst/>
            <a:rect l="l" t="t" r="r" b="b"/>
            <a:pathLst>
              <a:path w="668382" h="668382">
                <a:moveTo>
                  <a:pt x="95485" y="0"/>
                </a:moveTo>
                <a:lnTo>
                  <a:pt x="572897" y="0"/>
                </a:lnTo>
                <a:cubicBezTo>
                  <a:pt x="625632" y="0"/>
                  <a:pt x="668382" y="42750"/>
                  <a:pt x="668382" y="95485"/>
                </a:cubicBezTo>
                <a:lnTo>
                  <a:pt x="668382" y="572897"/>
                </a:lnTo>
                <a:cubicBezTo>
                  <a:pt x="668382" y="625632"/>
                  <a:pt x="625632" y="668382"/>
                  <a:pt x="572897" y="668382"/>
                </a:cubicBezTo>
                <a:lnTo>
                  <a:pt x="95485" y="668382"/>
                </a:lnTo>
                <a:cubicBezTo>
                  <a:pt x="42750" y="668382"/>
                  <a:pt x="0" y="625632"/>
                  <a:pt x="0" y="572897"/>
                </a:cubicBezTo>
                <a:lnTo>
                  <a:pt x="0" y="95485"/>
                </a:lnTo>
                <a:cubicBezTo>
                  <a:pt x="0" y="42785"/>
                  <a:pt x="42785" y="0"/>
                  <a:pt x="95485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7" name="Shape 25"/>
          <p:cNvSpPr/>
          <p:nvPr/>
        </p:nvSpPr>
        <p:spPr>
          <a:xfrm>
            <a:off x="954831" y="4583189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222949" y="6826"/>
                </a:moveTo>
                <a:lnTo>
                  <a:pt x="173604" y="56171"/>
                </a:lnTo>
                <a:lnTo>
                  <a:pt x="230278" y="112845"/>
                </a:lnTo>
                <a:lnTo>
                  <a:pt x="279624" y="63500"/>
                </a:lnTo>
                <a:cubicBezTo>
                  <a:pt x="283988" y="59080"/>
                  <a:pt x="286449" y="53150"/>
                  <a:pt x="286449" y="46996"/>
                </a:cubicBezTo>
                <a:cubicBezTo>
                  <a:pt x="286449" y="40841"/>
                  <a:pt x="283988" y="34911"/>
                  <a:pt x="279624" y="30491"/>
                </a:cubicBezTo>
                <a:lnTo>
                  <a:pt x="255958" y="6826"/>
                </a:lnTo>
                <a:cubicBezTo>
                  <a:pt x="251538" y="2462"/>
                  <a:pt x="245608" y="0"/>
                  <a:pt x="239454" y="0"/>
                </a:cubicBezTo>
                <a:cubicBezTo>
                  <a:pt x="233300" y="0"/>
                  <a:pt x="227369" y="2462"/>
                  <a:pt x="222949" y="6826"/>
                </a:cubicBezTo>
                <a:close/>
                <a:moveTo>
                  <a:pt x="154638" y="75137"/>
                </a:moveTo>
                <a:lnTo>
                  <a:pt x="6826" y="222949"/>
                </a:lnTo>
                <a:cubicBezTo>
                  <a:pt x="2462" y="227369"/>
                  <a:pt x="0" y="233300"/>
                  <a:pt x="0" y="239454"/>
                </a:cubicBezTo>
                <a:cubicBezTo>
                  <a:pt x="0" y="245608"/>
                  <a:pt x="2462" y="251538"/>
                  <a:pt x="6826" y="255958"/>
                </a:cubicBezTo>
                <a:lnTo>
                  <a:pt x="30491" y="279624"/>
                </a:lnTo>
                <a:cubicBezTo>
                  <a:pt x="34911" y="283988"/>
                  <a:pt x="40841" y="286449"/>
                  <a:pt x="46996" y="286449"/>
                </a:cubicBezTo>
                <a:cubicBezTo>
                  <a:pt x="53150" y="286449"/>
                  <a:pt x="59080" y="283988"/>
                  <a:pt x="63500" y="279624"/>
                </a:cubicBezTo>
                <a:lnTo>
                  <a:pt x="211312" y="131811"/>
                </a:lnTo>
                <a:lnTo>
                  <a:pt x="154638" y="7513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1623213" y="4392223"/>
            <a:ext cx="6289950" cy="3341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流畅的高级动画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23213" y="4869639"/>
            <a:ext cx="3007718" cy="1289022"/>
          </a:xfrm>
          <a:custGeom>
            <a:avLst/>
            <a:gdLst/>
            <a:ahLst/>
            <a:cxnLst/>
            <a:rect l="l" t="t" r="r" b="b"/>
            <a:pathLst>
              <a:path w="3007718" h="1289022">
                <a:moveTo>
                  <a:pt x="95478" y="0"/>
                </a:moveTo>
                <a:lnTo>
                  <a:pt x="2912240" y="0"/>
                </a:lnTo>
                <a:cubicBezTo>
                  <a:pt x="2964971" y="0"/>
                  <a:pt x="3007718" y="42747"/>
                  <a:pt x="3007718" y="95478"/>
                </a:cubicBezTo>
                <a:lnTo>
                  <a:pt x="3007718" y="1193544"/>
                </a:lnTo>
                <a:cubicBezTo>
                  <a:pt x="3007718" y="1246275"/>
                  <a:pt x="2964971" y="1289022"/>
                  <a:pt x="2912240" y="1289022"/>
                </a:cubicBezTo>
                <a:lnTo>
                  <a:pt x="95478" y="1289022"/>
                </a:lnTo>
                <a:cubicBezTo>
                  <a:pt x="42747" y="1289022"/>
                  <a:pt x="0" y="1246275"/>
                  <a:pt x="0" y="1193544"/>
                </a:cubicBezTo>
                <a:lnTo>
                  <a:pt x="0" y="95478"/>
                </a:lnTo>
                <a:cubicBezTo>
                  <a:pt x="0" y="42782"/>
                  <a:pt x="42782" y="0"/>
                  <a:pt x="95478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0" name="Shape 28"/>
          <p:cNvSpPr/>
          <p:nvPr/>
        </p:nvSpPr>
        <p:spPr>
          <a:xfrm>
            <a:off x="1790308" y="5060605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187460" y="56171"/>
                </a:moveTo>
                <a:lnTo>
                  <a:pt x="151654" y="91977"/>
                </a:lnTo>
                <a:cubicBezTo>
                  <a:pt x="148223" y="95409"/>
                  <a:pt x="143113" y="96416"/>
                  <a:pt x="138637" y="94551"/>
                </a:cubicBezTo>
                <a:cubicBezTo>
                  <a:pt x="134161" y="92686"/>
                  <a:pt x="131289" y="88359"/>
                  <a:pt x="131289" y="83548"/>
                </a:cubicBezTo>
                <a:lnTo>
                  <a:pt x="131289" y="59677"/>
                </a:lnTo>
                <a:lnTo>
                  <a:pt x="11935" y="59677"/>
                </a:lnTo>
                <a:cubicBezTo>
                  <a:pt x="5334" y="59677"/>
                  <a:pt x="0" y="54343"/>
                  <a:pt x="0" y="47742"/>
                </a:cubicBezTo>
                <a:cubicBezTo>
                  <a:pt x="0" y="41140"/>
                  <a:pt x="5334" y="35806"/>
                  <a:pt x="11935" y="35806"/>
                </a:cubicBezTo>
                <a:lnTo>
                  <a:pt x="131289" y="35806"/>
                </a:lnTo>
                <a:lnTo>
                  <a:pt x="131289" y="11935"/>
                </a:lnTo>
                <a:cubicBezTo>
                  <a:pt x="131289" y="7124"/>
                  <a:pt x="134199" y="2760"/>
                  <a:pt x="138674" y="895"/>
                </a:cubicBezTo>
                <a:cubicBezTo>
                  <a:pt x="143150" y="-970"/>
                  <a:pt x="148260" y="75"/>
                  <a:pt x="151691" y="3469"/>
                </a:cubicBezTo>
                <a:lnTo>
                  <a:pt x="187498" y="39275"/>
                </a:lnTo>
                <a:cubicBezTo>
                  <a:pt x="192160" y="43937"/>
                  <a:pt x="192160" y="51509"/>
                  <a:pt x="187498" y="56171"/>
                </a:cubicBezTo>
                <a:close/>
                <a:moveTo>
                  <a:pt x="39275" y="187460"/>
                </a:moveTo>
                <a:lnTo>
                  <a:pt x="3469" y="151654"/>
                </a:lnTo>
                <a:cubicBezTo>
                  <a:pt x="-1194" y="146992"/>
                  <a:pt x="-1194" y="139420"/>
                  <a:pt x="3469" y="134758"/>
                </a:cubicBezTo>
                <a:lnTo>
                  <a:pt x="39275" y="98952"/>
                </a:lnTo>
                <a:cubicBezTo>
                  <a:pt x="42706" y="95520"/>
                  <a:pt x="47816" y="94513"/>
                  <a:pt x="52292" y="96378"/>
                </a:cubicBezTo>
                <a:cubicBezTo>
                  <a:pt x="56768" y="98243"/>
                  <a:pt x="59677" y="102607"/>
                  <a:pt x="59677" y="107419"/>
                </a:cubicBezTo>
                <a:lnTo>
                  <a:pt x="59677" y="131289"/>
                </a:lnTo>
                <a:lnTo>
                  <a:pt x="179031" y="131289"/>
                </a:lnTo>
                <a:cubicBezTo>
                  <a:pt x="185633" y="131289"/>
                  <a:pt x="190966" y="136623"/>
                  <a:pt x="190966" y="143225"/>
                </a:cubicBezTo>
                <a:cubicBezTo>
                  <a:pt x="190966" y="149826"/>
                  <a:pt x="185633" y="155160"/>
                  <a:pt x="179031" y="155160"/>
                </a:cubicBezTo>
                <a:lnTo>
                  <a:pt x="59677" y="155160"/>
                </a:lnTo>
                <a:lnTo>
                  <a:pt x="59677" y="179031"/>
                </a:lnTo>
                <a:cubicBezTo>
                  <a:pt x="59677" y="183842"/>
                  <a:pt x="56768" y="188206"/>
                  <a:pt x="52292" y="190071"/>
                </a:cubicBezTo>
                <a:cubicBezTo>
                  <a:pt x="47816" y="191936"/>
                  <a:pt x="42706" y="190892"/>
                  <a:pt x="39275" y="187498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1" name="Text 29"/>
          <p:cNvSpPr/>
          <p:nvPr/>
        </p:nvSpPr>
        <p:spPr>
          <a:xfrm>
            <a:off x="2100628" y="5012863"/>
            <a:ext cx="835477" cy="286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"平滑"切换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66438" y="5394796"/>
            <a:ext cx="2804816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创造对象移动、缩放的流畅过渡效果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766438" y="5728987"/>
            <a:ext cx="763865" cy="286449"/>
          </a:xfrm>
          <a:custGeom>
            <a:avLst/>
            <a:gdLst/>
            <a:ahLst/>
            <a:cxnLst/>
            <a:rect l="l" t="t" r="r" b="b"/>
            <a:pathLst>
              <a:path w="763865" h="286449">
                <a:moveTo>
                  <a:pt x="143225" y="0"/>
                </a:moveTo>
                <a:lnTo>
                  <a:pt x="620640" y="0"/>
                </a:lnTo>
                <a:cubicBezTo>
                  <a:pt x="699741" y="0"/>
                  <a:pt x="763865" y="64124"/>
                  <a:pt x="763865" y="143225"/>
                </a:cubicBezTo>
                <a:lnTo>
                  <a:pt x="763865" y="143225"/>
                </a:lnTo>
                <a:cubicBezTo>
                  <a:pt x="763865" y="222325"/>
                  <a:pt x="699741" y="286449"/>
                  <a:pt x="620640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4EC3A1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766438" y="5728987"/>
            <a:ext cx="835477" cy="286449"/>
          </a:xfrm>
          <a:prstGeom prst="rect">
            <a:avLst/>
          </a:prstGeom>
          <a:noFill/>
        </p:spPr>
        <p:txBody>
          <a:bodyPr wrap="square" lIns="95483" tIns="47742" rIns="95483" bIns="47742" rtlCol="0" anchor="ctr"/>
          <a:lstStyle/>
          <a:p>
            <a:pPr>
              <a:lnSpc>
                <a:spcPct val="110000"/>
              </a:lnSpc>
            </a:pPr>
            <a:r>
              <a:rPr lang="en-US" sz="1130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明星功能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79377" y="4869639"/>
            <a:ext cx="3007718" cy="1289022"/>
          </a:xfrm>
          <a:custGeom>
            <a:avLst/>
            <a:gdLst/>
            <a:ahLst/>
            <a:cxnLst/>
            <a:rect l="l" t="t" r="r" b="b"/>
            <a:pathLst>
              <a:path w="3007718" h="1289022">
                <a:moveTo>
                  <a:pt x="95478" y="0"/>
                </a:moveTo>
                <a:lnTo>
                  <a:pt x="2912240" y="0"/>
                </a:lnTo>
                <a:cubicBezTo>
                  <a:pt x="2964971" y="0"/>
                  <a:pt x="3007718" y="42747"/>
                  <a:pt x="3007718" y="95478"/>
                </a:cubicBezTo>
                <a:lnTo>
                  <a:pt x="3007718" y="1193544"/>
                </a:lnTo>
                <a:cubicBezTo>
                  <a:pt x="3007718" y="1246275"/>
                  <a:pt x="2964971" y="1289022"/>
                  <a:pt x="2912240" y="1289022"/>
                </a:cubicBezTo>
                <a:lnTo>
                  <a:pt x="95478" y="1289022"/>
                </a:lnTo>
                <a:cubicBezTo>
                  <a:pt x="42747" y="1289022"/>
                  <a:pt x="0" y="1246275"/>
                  <a:pt x="0" y="1193544"/>
                </a:cubicBezTo>
                <a:lnTo>
                  <a:pt x="0" y="95478"/>
                </a:lnTo>
                <a:cubicBezTo>
                  <a:pt x="0" y="42782"/>
                  <a:pt x="42782" y="0"/>
                  <a:pt x="95478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6" name="Shape 34"/>
          <p:cNvSpPr/>
          <p:nvPr/>
        </p:nvSpPr>
        <p:spPr>
          <a:xfrm>
            <a:off x="4958408" y="5060605"/>
            <a:ext cx="167095" cy="190966"/>
          </a:xfrm>
          <a:custGeom>
            <a:avLst/>
            <a:gdLst/>
            <a:ahLst/>
            <a:cxnLst/>
            <a:rect l="l" t="t" r="r" b="b"/>
            <a:pathLst>
              <a:path w="167095" h="190966">
                <a:moveTo>
                  <a:pt x="0" y="35806"/>
                </a:moveTo>
                <a:cubicBezTo>
                  <a:pt x="0" y="22640"/>
                  <a:pt x="10705" y="11935"/>
                  <a:pt x="23871" y="11935"/>
                </a:cubicBezTo>
                <a:lnTo>
                  <a:pt x="143225" y="11935"/>
                </a:lnTo>
                <a:cubicBezTo>
                  <a:pt x="156391" y="11935"/>
                  <a:pt x="167095" y="22640"/>
                  <a:pt x="167095" y="35806"/>
                </a:cubicBezTo>
                <a:lnTo>
                  <a:pt x="167095" y="155160"/>
                </a:lnTo>
                <a:cubicBezTo>
                  <a:pt x="167095" y="168326"/>
                  <a:pt x="156391" y="179031"/>
                  <a:pt x="143225" y="179031"/>
                </a:cubicBezTo>
                <a:lnTo>
                  <a:pt x="23871" y="179031"/>
                </a:lnTo>
                <a:cubicBezTo>
                  <a:pt x="10705" y="179031"/>
                  <a:pt x="0" y="168326"/>
                  <a:pt x="0" y="155160"/>
                </a:cubicBezTo>
                <a:lnTo>
                  <a:pt x="0" y="35806"/>
                </a:lnTo>
                <a:close/>
                <a:moveTo>
                  <a:pt x="17903" y="137257"/>
                </a:moveTo>
                <a:lnTo>
                  <a:pt x="17903" y="149192"/>
                </a:lnTo>
                <a:cubicBezTo>
                  <a:pt x="17903" y="152475"/>
                  <a:pt x="20589" y="155160"/>
                  <a:pt x="23871" y="155160"/>
                </a:cubicBezTo>
                <a:lnTo>
                  <a:pt x="35806" y="155160"/>
                </a:lnTo>
                <a:cubicBezTo>
                  <a:pt x="39088" y="155160"/>
                  <a:pt x="41774" y="152475"/>
                  <a:pt x="41774" y="149192"/>
                </a:cubicBezTo>
                <a:lnTo>
                  <a:pt x="41774" y="137257"/>
                </a:lnTo>
                <a:cubicBezTo>
                  <a:pt x="41774" y="133975"/>
                  <a:pt x="39088" y="131289"/>
                  <a:pt x="35806" y="131289"/>
                </a:cubicBezTo>
                <a:lnTo>
                  <a:pt x="23871" y="131289"/>
                </a:lnTo>
                <a:cubicBezTo>
                  <a:pt x="20589" y="131289"/>
                  <a:pt x="17903" y="133975"/>
                  <a:pt x="17903" y="137257"/>
                </a:cubicBezTo>
                <a:close/>
                <a:moveTo>
                  <a:pt x="131289" y="131289"/>
                </a:moveTo>
                <a:cubicBezTo>
                  <a:pt x="128007" y="131289"/>
                  <a:pt x="125322" y="133975"/>
                  <a:pt x="125322" y="137257"/>
                </a:cubicBezTo>
                <a:lnTo>
                  <a:pt x="125322" y="149192"/>
                </a:lnTo>
                <a:cubicBezTo>
                  <a:pt x="125322" y="152475"/>
                  <a:pt x="128007" y="155160"/>
                  <a:pt x="131289" y="155160"/>
                </a:cubicBezTo>
                <a:lnTo>
                  <a:pt x="143225" y="155160"/>
                </a:lnTo>
                <a:cubicBezTo>
                  <a:pt x="146507" y="155160"/>
                  <a:pt x="149192" y="152475"/>
                  <a:pt x="149192" y="149192"/>
                </a:cubicBezTo>
                <a:lnTo>
                  <a:pt x="149192" y="137257"/>
                </a:lnTo>
                <a:cubicBezTo>
                  <a:pt x="149192" y="133975"/>
                  <a:pt x="146507" y="131289"/>
                  <a:pt x="143225" y="131289"/>
                </a:cubicBezTo>
                <a:lnTo>
                  <a:pt x="131289" y="131289"/>
                </a:lnTo>
                <a:close/>
                <a:moveTo>
                  <a:pt x="17903" y="89515"/>
                </a:moveTo>
                <a:lnTo>
                  <a:pt x="17903" y="101451"/>
                </a:lnTo>
                <a:cubicBezTo>
                  <a:pt x="17903" y="104733"/>
                  <a:pt x="20589" y="107419"/>
                  <a:pt x="23871" y="107419"/>
                </a:cubicBezTo>
                <a:lnTo>
                  <a:pt x="35806" y="107419"/>
                </a:lnTo>
                <a:cubicBezTo>
                  <a:pt x="39088" y="107419"/>
                  <a:pt x="41774" y="104733"/>
                  <a:pt x="41774" y="101451"/>
                </a:cubicBezTo>
                <a:lnTo>
                  <a:pt x="41774" y="89515"/>
                </a:lnTo>
                <a:cubicBezTo>
                  <a:pt x="41774" y="86233"/>
                  <a:pt x="39088" y="83548"/>
                  <a:pt x="35806" y="83548"/>
                </a:cubicBezTo>
                <a:lnTo>
                  <a:pt x="23871" y="83548"/>
                </a:lnTo>
                <a:cubicBezTo>
                  <a:pt x="20589" y="83548"/>
                  <a:pt x="17903" y="86233"/>
                  <a:pt x="17903" y="89515"/>
                </a:cubicBezTo>
                <a:close/>
                <a:moveTo>
                  <a:pt x="131289" y="83548"/>
                </a:moveTo>
                <a:cubicBezTo>
                  <a:pt x="128007" y="83548"/>
                  <a:pt x="125322" y="86233"/>
                  <a:pt x="125322" y="89515"/>
                </a:cubicBezTo>
                <a:lnTo>
                  <a:pt x="125322" y="101451"/>
                </a:lnTo>
                <a:cubicBezTo>
                  <a:pt x="125322" y="104733"/>
                  <a:pt x="128007" y="107419"/>
                  <a:pt x="131289" y="107419"/>
                </a:cubicBezTo>
                <a:lnTo>
                  <a:pt x="143225" y="107419"/>
                </a:lnTo>
                <a:cubicBezTo>
                  <a:pt x="146507" y="107419"/>
                  <a:pt x="149192" y="104733"/>
                  <a:pt x="149192" y="101451"/>
                </a:cubicBezTo>
                <a:lnTo>
                  <a:pt x="149192" y="89515"/>
                </a:lnTo>
                <a:cubicBezTo>
                  <a:pt x="149192" y="86233"/>
                  <a:pt x="146507" y="83548"/>
                  <a:pt x="143225" y="83548"/>
                </a:cubicBezTo>
                <a:lnTo>
                  <a:pt x="131289" y="83548"/>
                </a:lnTo>
                <a:close/>
                <a:moveTo>
                  <a:pt x="17903" y="41774"/>
                </a:moveTo>
                <a:lnTo>
                  <a:pt x="17903" y="53709"/>
                </a:lnTo>
                <a:cubicBezTo>
                  <a:pt x="17903" y="56991"/>
                  <a:pt x="20589" y="59677"/>
                  <a:pt x="23871" y="59677"/>
                </a:cubicBezTo>
                <a:lnTo>
                  <a:pt x="35806" y="59677"/>
                </a:lnTo>
                <a:cubicBezTo>
                  <a:pt x="39088" y="59677"/>
                  <a:pt x="41774" y="56991"/>
                  <a:pt x="41774" y="53709"/>
                </a:cubicBezTo>
                <a:lnTo>
                  <a:pt x="41774" y="41774"/>
                </a:lnTo>
                <a:cubicBezTo>
                  <a:pt x="41774" y="38492"/>
                  <a:pt x="39088" y="35806"/>
                  <a:pt x="35806" y="35806"/>
                </a:cubicBezTo>
                <a:lnTo>
                  <a:pt x="23871" y="35806"/>
                </a:lnTo>
                <a:cubicBezTo>
                  <a:pt x="20589" y="35806"/>
                  <a:pt x="17903" y="38492"/>
                  <a:pt x="17903" y="41774"/>
                </a:cubicBezTo>
                <a:close/>
                <a:moveTo>
                  <a:pt x="131289" y="35806"/>
                </a:moveTo>
                <a:cubicBezTo>
                  <a:pt x="128007" y="35806"/>
                  <a:pt x="125322" y="38492"/>
                  <a:pt x="125322" y="41774"/>
                </a:cubicBezTo>
                <a:lnTo>
                  <a:pt x="125322" y="53709"/>
                </a:lnTo>
                <a:cubicBezTo>
                  <a:pt x="125322" y="56991"/>
                  <a:pt x="128007" y="59677"/>
                  <a:pt x="131289" y="59677"/>
                </a:cubicBezTo>
                <a:lnTo>
                  <a:pt x="143225" y="59677"/>
                </a:lnTo>
                <a:cubicBezTo>
                  <a:pt x="146507" y="59677"/>
                  <a:pt x="149192" y="56991"/>
                  <a:pt x="149192" y="53709"/>
                </a:cubicBezTo>
                <a:lnTo>
                  <a:pt x="149192" y="41774"/>
                </a:lnTo>
                <a:cubicBezTo>
                  <a:pt x="149192" y="38492"/>
                  <a:pt x="146507" y="35806"/>
                  <a:pt x="143225" y="35806"/>
                </a:cubicBezTo>
                <a:lnTo>
                  <a:pt x="131289" y="35806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37" name="Text 35"/>
          <p:cNvSpPr/>
          <p:nvPr/>
        </p:nvSpPr>
        <p:spPr>
          <a:xfrm>
            <a:off x="5256793" y="5012863"/>
            <a:ext cx="704188" cy="286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动画窗格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22602" y="5394796"/>
            <a:ext cx="2804816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精细控制多个动画的顺序与时间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1286" y="6588335"/>
            <a:ext cx="7531231" cy="1479988"/>
          </a:xfrm>
          <a:custGeom>
            <a:avLst/>
            <a:gdLst/>
            <a:ahLst/>
            <a:cxnLst/>
            <a:rect l="l" t="t" r="r" b="b"/>
            <a:pathLst>
              <a:path w="7531231" h="1479988">
                <a:moveTo>
                  <a:pt x="47742" y="0"/>
                </a:moveTo>
                <a:lnTo>
                  <a:pt x="7388012" y="0"/>
                </a:lnTo>
                <a:cubicBezTo>
                  <a:pt x="7467109" y="0"/>
                  <a:pt x="7531231" y="64121"/>
                  <a:pt x="7531231" y="143218"/>
                </a:cubicBezTo>
                <a:lnTo>
                  <a:pt x="7531231" y="1336770"/>
                </a:lnTo>
                <a:cubicBezTo>
                  <a:pt x="7531231" y="1415867"/>
                  <a:pt x="7467109" y="1479988"/>
                  <a:pt x="7388012" y="1479988"/>
                </a:cubicBezTo>
                <a:lnTo>
                  <a:pt x="47742" y="1479988"/>
                </a:lnTo>
                <a:cubicBezTo>
                  <a:pt x="21375" y="1479988"/>
                  <a:pt x="0" y="1458614"/>
                  <a:pt x="0" y="143224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40" name="Shape 38"/>
          <p:cNvSpPr/>
          <p:nvPr/>
        </p:nvSpPr>
        <p:spPr>
          <a:xfrm>
            <a:off x="501286" y="6588335"/>
            <a:ext cx="47742" cy="1479988"/>
          </a:xfrm>
          <a:custGeom>
            <a:avLst/>
            <a:gdLst/>
            <a:ahLst/>
            <a:cxnLst/>
            <a:rect l="l" t="t" r="r" b="b"/>
            <a:pathLst>
              <a:path w="47742" h="1479988">
                <a:moveTo>
                  <a:pt x="47742" y="0"/>
                </a:moveTo>
                <a:lnTo>
                  <a:pt x="47742" y="0"/>
                </a:lnTo>
                <a:lnTo>
                  <a:pt x="47742" y="1479988"/>
                </a:lnTo>
                <a:lnTo>
                  <a:pt x="47742" y="1479988"/>
                </a:lnTo>
                <a:cubicBezTo>
                  <a:pt x="21375" y="1479988"/>
                  <a:pt x="0" y="1458614"/>
                  <a:pt x="0" y="1432247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1" name="Shape 39"/>
          <p:cNvSpPr/>
          <p:nvPr/>
        </p:nvSpPr>
        <p:spPr>
          <a:xfrm>
            <a:off x="763865" y="6827043"/>
            <a:ext cx="668382" cy="668382"/>
          </a:xfrm>
          <a:custGeom>
            <a:avLst/>
            <a:gdLst/>
            <a:ahLst/>
            <a:cxnLst/>
            <a:rect l="l" t="t" r="r" b="b"/>
            <a:pathLst>
              <a:path w="668382" h="668382">
                <a:moveTo>
                  <a:pt x="95485" y="0"/>
                </a:moveTo>
                <a:lnTo>
                  <a:pt x="572897" y="0"/>
                </a:lnTo>
                <a:cubicBezTo>
                  <a:pt x="625632" y="0"/>
                  <a:pt x="668382" y="42750"/>
                  <a:pt x="668382" y="95485"/>
                </a:cubicBezTo>
                <a:lnTo>
                  <a:pt x="668382" y="572897"/>
                </a:lnTo>
                <a:cubicBezTo>
                  <a:pt x="668382" y="625632"/>
                  <a:pt x="625632" y="668382"/>
                  <a:pt x="572897" y="668382"/>
                </a:cubicBezTo>
                <a:lnTo>
                  <a:pt x="95485" y="668382"/>
                </a:lnTo>
                <a:cubicBezTo>
                  <a:pt x="42750" y="668382"/>
                  <a:pt x="0" y="625632"/>
                  <a:pt x="0" y="572897"/>
                </a:cubicBezTo>
                <a:lnTo>
                  <a:pt x="0" y="95485"/>
                </a:lnTo>
                <a:cubicBezTo>
                  <a:pt x="0" y="42785"/>
                  <a:pt x="42785" y="0"/>
                  <a:pt x="95485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2" name="Shape 40"/>
          <p:cNvSpPr/>
          <p:nvPr/>
        </p:nvSpPr>
        <p:spPr>
          <a:xfrm>
            <a:off x="954831" y="7018009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25322" y="0"/>
                </a:moveTo>
                <a:cubicBezTo>
                  <a:pt x="145071" y="0"/>
                  <a:pt x="161128" y="12029"/>
                  <a:pt x="161128" y="26855"/>
                </a:cubicBezTo>
                <a:cubicBezTo>
                  <a:pt x="161128" y="32673"/>
                  <a:pt x="158666" y="38044"/>
                  <a:pt x="154414" y="42464"/>
                </a:cubicBezTo>
                <a:cubicBezTo>
                  <a:pt x="150722" y="46324"/>
                  <a:pt x="147700" y="51024"/>
                  <a:pt x="147700" y="56395"/>
                </a:cubicBezTo>
                <a:cubicBezTo>
                  <a:pt x="147700" y="64787"/>
                  <a:pt x="154526" y="71612"/>
                  <a:pt x="162918" y="71612"/>
                </a:cubicBezTo>
                <a:lnTo>
                  <a:pt x="187982" y="71612"/>
                </a:lnTo>
                <a:cubicBezTo>
                  <a:pt x="202808" y="71612"/>
                  <a:pt x="214837" y="83641"/>
                  <a:pt x="214837" y="98467"/>
                </a:cubicBezTo>
                <a:lnTo>
                  <a:pt x="214837" y="123531"/>
                </a:lnTo>
                <a:cubicBezTo>
                  <a:pt x="214837" y="131923"/>
                  <a:pt x="221663" y="138749"/>
                  <a:pt x="230055" y="138749"/>
                </a:cubicBezTo>
                <a:cubicBezTo>
                  <a:pt x="235370" y="138749"/>
                  <a:pt x="240125" y="135728"/>
                  <a:pt x="243985" y="132035"/>
                </a:cubicBezTo>
                <a:cubicBezTo>
                  <a:pt x="248405" y="127839"/>
                  <a:pt x="253776" y="125322"/>
                  <a:pt x="259595" y="125322"/>
                </a:cubicBezTo>
                <a:cubicBezTo>
                  <a:pt x="274421" y="125322"/>
                  <a:pt x="286449" y="141378"/>
                  <a:pt x="286449" y="161128"/>
                </a:cubicBezTo>
                <a:cubicBezTo>
                  <a:pt x="286449" y="180877"/>
                  <a:pt x="274421" y="196934"/>
                  <a:pt x="259595" y="196934"/>
                </a:cubicBezTo>
                <a:cubicBezTo>
                  <a:pt x="253776" y="196934"/>
                  <a:pt x="248349" y="194472"/>
                  <a:pt x="243985" y="190220"/>
                </a:cubicBezTo>
                <a:cubicBezTo>
                  <a:pt x="240125" y="186528"/>
                  <a:pt x="235426" y="183507"/>
                  <a:pt x="230055" y="183507"/>
                </a:cubicBezTo>
                <a:cubicBezTo>
                  <a:pt x="221663" y="183507"/>
                  <a:pt x="214837" y="190332"/>
                  <a:pt x="214837" y="198724"/>
                </a:cubicBezTo>
                <a:lnTo>
                  <a:pt x="214837" y="259595"/>
                </a:lnTo>
                <a:cubicBezTo>
                  <a:pt x="214837" y="274421"/>
                  <a:pt x="202808" y="286449"/>
                  <a:pt x="187982" y="286449"/>
                </a:cubicBezTo>
                <a:lnTo>
                  <a:pt x="156204" y="286449"/>
                </a:lnTo>
                <a:cubicBezTo>
                  <a:pt x="149043" y="286449"/>
                  <a:pt x="143225" y="280631"/>
                  <a:pt x="143225" y="273470"/>
                </a:cubicBezTo>
                <a:cubicBezTo>
                  <a:pt x="143225" y="268322"/>
                  <a:pt x="146470" y="263791"/>
                  <a:pt x="150610" y="260714"/>
                </a:cubicBezTo>
                <a:cubicBezTo>
                  <a:pt x="157100" y="255846"/>
                  <a:pt x="161128" y="249133"/>
                  <a:pt x="161128" y="241692"/>
                </a:cubicBezTo>
                <a:cubicBezTo>
                  <a:pt x="161128" y="226866"/>
                  <a:pt x="145071" y="214837"/>
                  <a:pt x="125322" y="214837"/>
                </a:cubicBezTo>
                <a:cubicBezTo>
                  <a:pt x="105572" y="214837"/>
                  <a:pt x="89515" y="226866"/>
                  <a:pt x="89515" y="241692"/>
                </a:cubicBezTo>
                <a:cubicBezTo>
                  <a:pt x="89515" y="249133"/>
                  <a:pt x="93544" y="255846"/>
                  <a:pt x="100033" y="260714"/>
                </a:cubicBezTo>
                <a:cubicBezTo>
                  <a:pt x="104174" y="263791"/>
                  <a:pt x="107419" y="268267"/>
                  <a:pt x="107419" y="273470"/>
                </a:cubicBezTo>
                <a:cubicBezTo>
                  <a:pt x="107419" y="280631"/>
                  <a:pt x="101600" y="286449"/>
                  <a:pt x="94439" y="286449"/>
                </a:cubicBezTo>
                <a:lnTo>
                  <a:pt x="26855" y="286449"/>
                </a:lnTo>
                <a:cubicBezTo>
                  <a:pt x="12029" y="286449"/>
                  <a:pt x="0" y="274421"/>
                  <a:pt x="0" y="259595"/>
                </a:cubicBezTo>
                <a:lnTo>
                  <a:pt x="0" y="192011"/>
                </a:lnTo>
                <a:cubicBezTo>
                  <a:pt x="0" y="184849"/>
                  <a:pt x="5819" y="179031"/>
                  <a:pt x="12980" y="179031"/>
                </a:cubicBezTo>
                <a:cubicBezTo>
                  <a:pt x="18127" y="179031"/>
                  <a:pt x="22659" y="182276"/>
                  <a:pt x="25736" y="186416"/>
                </a:cubicBezTo>
                <a:cubicBezTo>
                  <a:pt x="30603" y="192906"/>
                  <a:pt x="37317" y="196934"/>
                  <a:pt x="44758" y="196934"/>
                </a:cubicBezTo>
                <a:cubicBezTo>
                  <a:pt x="59584" y="196934"/>
                  <a:pt x="71612" y="180877"/>
                  <a:pt x="71612" y="161128"/>
                </a:cubicBezTo>
                <a:cubicBezTo>
                  <a:pt x="71612" y="141378"/>
                  <a:pt x="59584" y="125322"/>
                  <a:pt x="44758" y="125322"/>
                </a:cubicBezTo>
                <a:cubicBezTo>
                  <a:pt x="37317" y="125322"/>
                  <a:pt x="30603" y="129350"/>
                  <a:pt x="25736" y="135840"/>
                </a:cubicBezTo>
                <a:cubicBezTo>
                  <a:pt x="22659" y="139980"/>
                  <a:pt x="18183" y="143225"/>
                  <a:pt x="12980" y="143225"/>
                </a:cubicBezTo>
                <a:cubicBezTo>
                  <a:pt x="5819" y="143225"/>
                  <a:pt x="0" y="137406"/>
                  <a:pt x="0" y="130245"/>
                </a:cubicBezTo>
                <a:lnTo>
                  <a:pt x="0" y="98467"/>
                </a:lnTo>
                <a:cubicBezTo>
                  <a:pt x="0" y="83641"/>
                  <a:pt x="12029" y="71612"/>
                  <a:pt x="26855" y="71612"/>
                </a:cubicBezTo>
                <a:lnTo>
                  <a:pt x="87725" y="71612"/>
                </a:lnTo>
                <a:cubicBezTo>
                  <a:pt x="96117" y="71612"/>
                  <a:pt x="102943" y="64787"/>
                  <a:pt x="102943" y="56395"/>
                </a:cubicBezTo>
                <a:cubicBezTo>
                  <a:pt x="102943" y="51080"/>
                  <a:pt x="99922" y="46324"/>
                  <a:pt x="96229" y="42464"/>
                </a:cubicBezTo>
                <a:cubicBezTo>
                  <a:pt x="92033" y="38044"/>
                  <a:pt x="89515" y="32673"/>
                  <a:pt x="89515" y="26855"/>
                </a:cubicBezTo>
                <a:cubicBezTo>
                  <a:pt x="89515" y="12029"/>
                  <a:pt x="105572" y="0"/>
                  <a:pt x="12532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1623213" y="6827043"/>
            <a:ext cx="6289950" cy="3341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丰富内容形式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659019" y="7423812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25489" y="-1399"/>
                </a:moveTo>
                <a:cubicBezTo>
                  <a:pt x="136567" y="-7777"/>
                  <a:pt x="150218" y="-7777"/>
                  <a:pt x="161296" y="-1399"/>
                </a:cubicBezTo>
                <a:lnTo>
                  <a:pt x="259707" y="55388"/>
                </a:lnTo>
                <a:cubicBezTo>
                  <a:pt x="270784" y="61766"/>
                  <a:pt x="277610" y="73626"/>
                  <a:pt x="277610" y="86382"/>
                </a:cubicBezTo>
                <a:lnTo>
                  <a:pt x="277610" y="199955"/>
                </a:lnTo>
                <a:cubicBezTo>
                  <a:pt x="277610" y="212767"/>
                  <a:pt x="270784" y="224572"/>
                  <a:pt x="259707" y="230950"/>
                </a:cubicBezTo>
                <a:lnTo>
                  <a:pt x="161296" y="287848"/>
                </a:lnTo>
                <a:cubicBezTo>
                  <a:pt x="150218" y="294226"/>
                  <a:pt x="136567" y="294226"/>
                  <a:pt x="125489" y="287848"/>
                </a:cubicBezTo>
                <a:lnTo>
                  <a:pt x="27134" y="231062"/>
                </a:lnTo>
                <a:cubicBezTo>
                  <a:pt x="16057" y="224684"/>
                  <a:pt x="9231" y="212823"/>
                  <a:pt x="9231" y="200067"/>
                </a:cubicBezTo>
                <a:lnTo>
                  <a:pt x="9231" y="86494"/>
                </a:lnTo>
                <a:cubicBezTo>
                  <a:pt x="9231" y="73682"/>
                  <a:pt x="16057" y="61878"/>
                  <a:pt x="27134" y="55500"/>
                </a:cubicBezTo>
                <a:lnTo>
                  <a:pt x="125489" y="-1399"/>
                </a:lnTo>
                <a:close/>
                <a:moveTo>
                  <a:pt x="241748" y="200011"/>
                </a:moveTo>
                <a:lnTo>
                  <a:pt x="241748" y="107083"/>
                </a:lnTo>
                <a:lnTo>
                  <a:pt x="161296" y="153519"/>
                </a:lnTo>
                <a:lnTo>
                  <a:pt x="161296" y="246447"/>
                </a:lnTo>
                <a:lnTo>
                  <a:pt x="241748" y="200011"/>
                </a:lnTo>
                <a:close/>
              </a:path>
            </a:pathLst>
          </a:custGeom>
          <a:solidFill>
            <a:srgbClr val="3E8ACC"/>
          </a:solidFill>
        </p:spPr>
      </p:sp>
      <p:sp>
        <p:nvSpPr>
          <p:cNvPr id="45" name="Text 43"/>
          <p:cNvSpPr/>
          <p:nvPr/>
        </p:nvSpPr>
        <p:spPr>
          <a:xfrm>
            <a:off x="2124499" y="7304458"/>
            <a:ext cx="1098056" cy="286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3D模型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124499" y="7590907"/>
            <a:ext cx="1086120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增加视觉冲击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74985" y="7423812"/>
            <a:ext cx="214837" cy="286449"/>
          </a:xfrm>
          <a:custGeom>
            <a:avLst/>
            <a:gdLst/>
            <a:ahLst/>
            <a:cxnLst/>
            <a:rect l="l" t="t" r="r" b="b"/>
            <a:pathLst>
              <a:path w="214837" h="286449">
                <a:moveTo>
                  <a:pt x="163869" y="214837"/>
                </a:moveTo>
                <a:cubicBezTo>
                  <a:pt x="167953" y="202361"/>
                  <a:pt x="176122" y="191059"/>
                  <a:pt x="185353" y="181325"/>
                </a:cubicBezTo>
                <a:cubicBezTo>
                  <a:pt x="203648" y="162079"/>
                  <a:pt x="214837" y="136063"/>
                  <a:pt x="214837" y="107419"/>
                </a:cubicBezTo>
                <a:cubicBezTo>
                  <a:pt x="214837" y="48115"/>
                  <a:pt x="166722" y="0"/>
                  <a:pt x="107419" y="0"/>
                </a:cubicBezTo>
                <a:cubicBezTo>
                  <a:pt x="48115" y="0"/>
                  <a:pt x="0" y="48115"/>
                  <a:pt x="0" y="107419"/>
                </a:cubicBezTo>
                <a:cubicBezTo>
                  <a:pt x="0" y="136063"/>
                  <a:pt x="11189" y="162079"/>
                  <a:pt x="29484" y="181325"/>
                </a:cubicBezTo>
                <a:cubicBezTo>
                  <a:pt x="38715" y="191059"/>
                  <a:pt x="46940" y="202361"/>
                  <a:pt x="50968" y="214837"/>
                </a:cubicBezTo>
                <a:lnTo>
                  <a:pt x="163813" y="214837"/>
                </a:lnTo>
                <a:close/>
                <a:moveTo>
                  <a:pt x="161128" y="241692"/>
                </a:moveTo>
                <a:lnTo>
                  <a:pt x="53709" y="241692"/>
                </a:lnTo>
                <a:lnTo>
                  <a:pt x="53709" y="250643"/>
                </a:lnTo>
                <a:cubicBezTo>
                  <a:pt x="53709" y="275372"/>
                  <a:pt x="73738" y="295401"/>
                  <a:pt x="98467" y="295401"/>
                </a:cubicBezTo>
                <a:lnTo>
                  <a:pt x="116370" y="295401"/>
                </a:lnTo>
                <a:cubicBezTo>
                  <a:pt x="141099" y="295401"/>
                  <a:pt x="161128" y="275372"/>
                  <a:pt x="161128" y="250643"/>
                </a:cubicBezTo>
                <a:lnTo>
                  <a:pt x="161128" y="241692"/>
                </a:lnTo>
                <a:close/>
                <a:moveTo>
                  <a:pt x="102943" y="62661"/>
                </a:moveTo>
                <a:cubicBezTo>
                  <a:pt x="80676" y="62661"/>
                  <a:pt x="62661" y="80676"/>
                  <a:pt x="62661" y="102943"/>
                </a:cubicBezTo>
                <a:cubicBezTo>
                  <a:pt x="62661" y="110384"/>
                  <a:pt x="56674" y="116370"/>
                  <a:pt x="49233" y="116370"/>
                </a:cubicBezTo>
                <a:cubicBezTo>
                  <a:pt x="41793" y="116370"/>
                  <a:pt x="35806" y="110384"/>
                  <a:pt x="35806" y="102943"/>
                </a:cubicBezTo>
                <a:cubicBezTo>
                  <a:pt x="35806" y="65850"/>
                  <a:pt x="65850" y="35806"/>
                  <a:pt x="102943" y="35806"/>
                </a:cubicBezTo>
                <a:cubicBezTo>
                  <a:pt x="110384" y="35806"/>
                  <a:pt x="116370" y="41793"/>
                  <a:pt x="116370" y="49233"/>
                </a:cubicBezTo>
                <a:cubicBezTo>
                  <a:pt x="116370" y="56674"/>
                  <a:pt x="110384" y="62661"/>
                  <a:pt x="102943" y="62661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8" name="Text 46"/>
          <p:cNvSpPr/>
          <p:nvPr/>
        </p:nvSpPr>
        <p:spPr>
          <a:xfrm>
            <a:off x="5304659" y="7304458"/>
            <a:ext cx="919025" cy="286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设计灵感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04659" y="7590907"/>
            <a:ext cx="907090" cy="238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AI排版建议</a:t>
            </a:r>
            <a:endParaRPr lang="en-US" sz="16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331200" y="525145"/>
            <a:ext cx="7531100" cy="5740400"/>
            <a:chOff x="12967" y="2274"/>
            <a:chExt cx="11860" cy="9040"/>
          </a:xfrm>
        </p:grpSpPr>
        <p:sp>
          <p:nvSpPr>
            <p:cNvPr id="50" name="Shape 48"/>
            <p:cNvSpPr/>
            <p:nvPr/>
          </p:nvSpPr>
          <p:spPr>
            <a:xfrm>
              <a:off x="12967" y="2274"/>
              <a:ext cx="11860" cy="9041"/>
            </a:xfrm>
            <a:custGeom>
              <a:avLst/>
              <a:gdLst/>
              <a:ahLst/>
              <a:cxnLst/>
              <a:rect l="l" t="t" r="r" b="b"/>
              <a:pathLst>
                <a:path w="7531231" h="5740922">
                  <a:moveTo>
                    <a:pt x="143236" y="0"/>
                  </a:moveTo>
                  <a:lnTo>
                    <a:pt x="7387995" y="0"/>
                  </a:lnTo>
                  <a:cubicBezTo>
                    <a:pt x="7467102" y="0"/>
                    <a:pt x="7531231" y="64129"/>
                    <a:pt x="7531231" y="143236"/>
                  </a:cubicBezTo>
                  <a:lnTo>
                    <a:pt x="7531231" y="5597686"/>
                  </a:lnTo>
                  <a:cubicBezTo>
                    <a:pt x="7531231" y="5676793"/>
                    <a:pt x="7467102" y="5740922"/>
                    <a:pt x="7387995" y="5740922"/>
                  </a:cubicBezTo>
                  <a:lnTo>
                    <a:pt x="143236" y="5740922"/>
                  </a:lnTo>
                  <a:cubicBezTo>
                    <a:pt x="64129" y="5740922"/>
                    <a:pt x="0" y="5676793"/>
                    <a:pt x="0" y="5597686"/>
                  </a:cubicBezTo>
                  <a:lnTo>
                    <a:pt x="0" y="143236"/>
                  </a:lnTo>
                  <a:cubicBezTo>
                    <a:pt x="0" y="64182"/>
                    <a:pt x="64182" y="0"/>
                    <a:pt x="1432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8ACC">
                    <a:alpha val="20000"/>
                  </a:srgbClr>
                </a:gs>
                <a:gs pos="100000">
                  <a:srgbClr val="4EC3A1">
                    <a:alpha val="10000"/>
                  </a:srgbClr>
                </a:gs>
              </a:gsLst>
              <a:lin ang="2700000" scaled="1"/>
            </a:gradFill>
            <a:ln w="25400">
              <a:solidFill>
                <a:srgbClr val="3E8ACC">
                  <a:alpha val="40000"/>
                </a:srgbClr>
              </a:solidFill>
              <a:prstDash val="solid"/>
            </a:ln>
          </p:spPr>
        </p:sp>
        <p:pic>
          <p:nvPicPr>
            <p:cNvPr id="51" name="Image 0" descr="https://kimi-web-img.moonshot.cn/img/venngage-wordpress.s3.amazonaws.com/432d08d531172086e0bd4949798c57a497c6e44d.png"/>
            <p:cNvPicPr>
              <a:picLocks noChangeAspect="1"/>
            </p:cNvPicPr>
            <p:nvPr/>
          </p:nvPicPr>
          <p:blipFill>
            <a:blip r:embed="rId1">
              <a:alphaModFix amt="90000"/>
            </a:blip>
            <a:srcRect t="47" b="47"/>
            <a:stretch>
              <a:fillRect/>
            </a:stretch>
          </p:blipFill>
          <p:spPr>
            <a:xfrm>
              <a:off x="13362" y="2669"/>
              <a:ext cx="11071" cy="6221"/>
            </a:xfrm>
            <a:prstGeom prst="roundRect">
              <a:avLst>
                <a:gd name="adj" fmla="val 2417"/>
              </a:avLst>
            </a:prstGeom>
          </p:spPr>
        </p:pic>
        <p:sp>
          <p:nvSpPr>
            <p:cNvPr id="52" name="Text 49"/>
            <p:cNvSpPr/>
            <p:nvPr/>
          </p:nvSpPr>
          <p:spPr>
            <a:xfrm>
              <a:off x="13268" y="9196"/>
              <a:ext cx="11259" cy="52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80" b="1" dirty="0">
                  <a:solidFill>
                    <a:srgbClr val="F0F2F5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专业设计的秘诀</a:t>
              </a:r>
              <a:endParaRPr lang="en-US" sz="16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13287" y="9948"/>
              <a:ext cx="11221" cy="9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505" dirty="0">
                  <a:solidFill>
                    <a:srgbClr val="6A7B8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简洁不等于简单。通过</a:t>
              </a:r>
              <a:r>
                <a:rPr lang="en-US" sz="1505" b="1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母版统一</a:t>
              </a:r>
              <a:r>
                <a:rPr lang="en-US" sz="1505" dirty="0">
                  <a:solidFill>
                    <a:srgbClr val="6A7B8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、</a:t>
              </a:r>
              <a:r>
                <a:rPr lang="en-US" sz="1505" b="1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动画流畅</a:t>
              </a:r>
              <a:r>
                <a:rPr lang="en-US" sz="1505" dirty="0">
                  <a:solidFill>
                    <a:srgbClr val="6A7B8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、</a:t>
              </a:r>
              <a:r>
                <a:rPr lang="en-US" sz="1505" b="1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内容多元</a:t>
              </a:r>
              <a:r>
                <a:rPr lang="en-US" sz="1505" dirty="0">
                  <a:solidFill>
                    <a:srgbClr val="6A7B8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，打造专业且引人入胜的演示文稿。</a:t>
              </a:r>
              <a:endParaRPr lang="en-US" sz="1600" dirty="0"/>
            </a:p>
          </p:txBody>
        </p:sp>
      </p:grpSp>
      <p:sp>
        <p:nvSpPr>
          <p:cNvPr id="60" name="Shape 57"/>
          <p:cNvSpPr/>
          <p:nvPr/>
        </p:nvSpPr>
        <p:spPr>
          <a:xfrm>
            <a:off x="8651790" y="8846979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95483" y="0"/>
                </a:moveTo>
                <a:cubicBezTo>
                  <a:pt x="148182" y="0"/>
                  <a:pt x="190966" y="42785"/>
                  <a:pt x="190966" y="95483"/>
                </a:cubicBezTo>
                <a:cubicBezTo>
                  <a:pt x="190966" y="148182"/>
                  <a:pt x="148182" y="190966"/>
                  <a:pt x="95483" y="190966"/>
                </a:cubicBezTo>
                <a:cubicBezTo>
                  <a:pt x="42785" y="190966"/>
                  <a:pt x="0" y="148182"/>
                  <a:pt x="0" y="95483"/>
                </a:cubicBezTo>
                <a:cubicBezTo>
                  <a:pt x="0" y="42785"/>
                  <a:pt x="42785" y="0"/>
                  <a:pt x="95483" y="0"/>
                </a:cubicBezTo>
                <a:close/>
                <a:moveTo>
                  <a:pt x="86532" y="44758"/>
                </a:moveTo>
                <a:lnTo>
                  <a:pt x="86532" y="95483"/>
                </a:lnTo>
                <a:cubicBezTo>
                  <a:pt x="86532" y="98467"/>
                  <a:pt x="88023" y="101264"/>
                  <a:pt x="90522" y="102943"/>
                </a:cubicBezTo>
                <a:lnTo>
                  <a:pt x="126329" y="126814"/>
                </a:lnTo>
                <a:cubicBezTo>
                  <a:pt x="130431" y="129574"/>
                  <a:pt x="135989" y="128455"/>
                  <a:pt x="138749" y="124315"/>
                </a:cubicBezTo>
                <a:cubicBezTo>
                  <a:pt x="141509" y="120174"/>
                  <a:pt x="140390" y="114654"/>
                  <a:pt x="136250" y="111894"/>
                </a:cubicBezTo>
                <a:lnTo>
                  <a:pt x="104435" y="90709"/>
                </a:lnTo>
                <a:lnTo>
                  <a:pt x="104435" y="44758"/>
                </a:lnTo>
                <a:cubicBezTo>
                  <a:pt x="104435" y="39797"/>
                  <a:pt x="100444" y="35806"/>
                  <a:pt x="95483" y="35806"/>
                </a:cubicBezTo>
                <a:cubicBezTo>
                  <a:pt x="90522" y="35806"/>
                  <a:pt x="86532" y="39797"/>
                  <a:pt x="86532" y="44758"/>
                </a:cubicBezTo>
                <a:close/>
              </a:path>
            </a:pathLst>
          </a:custGeom>
          <a:solidFill>
            <a:srgbClr val="4EC3A1"/>
          </a:solidFill>
        </p:spPr>
      </p:sp>
      <p:grpSp>
        <p:nvGrpSpPr>
          <p:cNvPr id="63" name="组合 62"/>
          <p:cNvGrpSpPr/>
          <p:nvPr/>
        </p:nvGrpSpPr>
        <p:grpSpPr>
          <a:xfrm>
            <a:off x="8331200" y="6563995"/>
            <a:ext cx="7531100" cy="2005330"/>
            <a:chOff x="12967" y="11658"/>
            <a:chExt cx="11860" cy="3158"/>
          </a:xfrm>
        </p:grpSpPr>
        <p:sp>
          <p:nvSpPr>
            <p:cNvPr id="54" name="Shape 51"/>
            <p:cNvSpPr/>
            <p:nvPr/>
          </p:nvSpPr>
          <p:spPr>
            <a:xfrm>
              <a:off x="12967" y="11658"/>
              <a:ext cx="11860" cy="3158"/>
            </a:xfrm>
            <a:custGeom>
              <a:avLst/>
              <a:gdLst/>
              <a:ahLst/>
              <a:cxnLst/>
              <a:rect l="l" t="t" r="r" b="b"/>
              <a:pathLst>
                <a:path w="7531231" h="2005145">
                  <a:moveTo>
                    <a:pt x="143228" y="0"/>
                  </a:moveTo>
                  <a:lnTo>
                    <a:pt x="7388003" y="0"/>
                  </a:lnTo>
                  <a:cubicBezTo>
                    <a:pt x="7467105" y="0"/>
                    <a:pt x="7531231" y="64125"/>
                    <a:pt x="7531231" y="143228"/>
                  </a:cubicBezTo>
                  <a:lnTo>
                    <a:pt x="7531231" y="1861918"/>
                  </a:lnTo>
                  <a:cubicBezTo>
                    <a:pt x="7531231" y="1941020"/>
                    <a:pt x="7467105" y="2005145"/>
                    <a:pt x="7388003" y="2005145"/>
                  </a:cubicBezTo>
                  <a:lnTo>
                    <a:pt x="143228" y="2005145"/>
                  </a:lnTo>
                  <a:cubicBezTo>
                    <a:pt x="64178" y="2005145"/>
                    <a:pt x="0" y="1940967"/>
                    <a:pt x="0" y="1861918"/>
                  </a:cubicBezTo>
                  <a:lnTo>
                    <a:pt x="0" y="143228"/>
                  </a:lnTo>
                  <a:cubicBezTo>
                    <a:pt x="0" y="64125"/>
                    <a:pt x="64125" y="0"/>
                    <a:pt x="143228" y="0"/>
                  </a:cubicBezTo>
                  <a:close/>
                </a:path>
              </a:pathLst>
            </a:custGeom>
            <a:solidFill>
              <a:srgbClr val="2A2F35"/>
            </a:solidFill>
            <a:ln w="25400">
              <a:solidFill>
                <a:srgbClr val="4EC3A1">
                  <a:alpha val="50196"/>
                </a:srgbClr>
              </a:solidFill>
              <a:prstDash val="solid"/>
            </a:ln>
          </p:spPr>
        </p:sp>
        <p:sp>
          <p:nvSpPr>
            <p:cNvPr id="55" name="Shape 52"/>
            <p:cNvSpPr/>
            <p:nvPr/>
          </p:nvSpPr>
          <p:spPr>
            <a:xfrm>
              <a:off x="13362" y="12053"/>
              <a:ext cx="752" cy="752"/>
            </a:xfrm>
            <a:custGeom>
              <a:avLst/>
              <a:gdLst/>
              <a:ahLst/>
              <a:cxnLst/>
              <a:rect l="l" t="t" r="r" b="b"/>
              <a:pathLst>
                <a:path w="477416" h="477416">
                  <a:moveTo>
                    <a:pt x="238708" y="0"/>
                  </a:moveTo>
                  <a:lnTo>
                    <a:pt x="238708" y="0"/>
                  </a:lnTo>
                  <a:cubicBezTo>
                    <a:pt x="370454" y="0"/>
                    <a:pt x="477416" y="106961"/>
                    <a:pt x="477416" y="238708"/>
                  </a:cubicBezTo>
                  <a:lnTo>
                    <a:pt x="477416" y="238708"/>
                  </a:lnTo>
                  <a:cubicBezTo>
                    <a:pt x="477416" y="370454"/>
                    <a:pt x="370454" y="477416"/>
                    <a:pt x="238708" y="477416"/>
                  </a:cubicBezTo>
                  <a:lnTo>
                    <a:pt x="238708" y="477416"/>
                  </a:lnTo>
                  <a:cubicBezTo>
                    <a:pt x="106961" y="477416"/>
                    <a:pt x="0" y="370454"/>
                    <a:pt x="0" y="238708"/>
                  </a:cubicBezTo>
                  <a:lnTo>
                    <a:pt x="0" y="238708"/>
                  </a:lnTo>
                  <a:cubicBezTo>
                    <a:pt x="0" y="106961"/>
                    <a:pt x="106961" y="0"/>
                    <a:pt x="238708" y="0"/>
                  </a:cubicBezTo>
                  <a:close/>
                </a:path>
              </a:pathLst>
            </a:custGeom>
            <a:solidFill>
              <a:srgbClr val="4EC3A1"/>
            </a:solidFill>
          </p:spPr>
        </p:sp>
        <p:sp>
          <p:nvSpPr>
            <p:cNvPr id="56" name="Shape 53"/>
            <p:cNvSpPr/>
            <p:nvPr/>
          </p:nvSpPr>
          <p:spPr>
            <a:xfrm>
              <a:off x="13568" y="12278"/>
              <a:ext cx="338" cy="301"/>
            </a:xfrm>
            <a:custGeom>
              <a:avLst/>
              <a:gdLst/>
              <a:ahLst/>
              <a:cxnLst/>
              <a:rect l="l" t="t" r="r" b="b"/>
              <a:pathLst>
                <a:path w="214837" h="190966">
                  <a:moveTo>
                    <a:pt x="115438" y="-7049"/>
                  </a:moveTo>
                  <a:cubicBezTo>
                    <a:pt x="113908" y="-10033"/>
                    <a:pt x="110813" y="-11935"/>
                    <a:pt x="107456" y="-11935"/>
                  </a:cubicBezTo>
                  <a:cubicBezTo>
                    <a:pt x="104099" y="-11935"/>
                    <a:pt x="101003" y="-10033"/>
                    <a:pt x="99474" y="-7049"/>
                  </a:cubicBezTo>
                  <a:lnTo>
                    <a:pt x="72023" y="46735"/>
                  </a:lnTo>
                  <a:lnTo>
                    <a:pt x="12383" y="56208"/>
                  </a:lnTo>
                  <a:cubicBezTo>
                    <a:pt x="9063" y="56730"/>
                    <a:pt x="6303" y="59080"/>
                    <a:pt x="5259" y="62288"/>
                  </a:cubicBezTo>
                  <a:cubicBezTo>
                    <a:pt x="4215" y="65495"/>
                    <a:pt x="5073" y="69001"/>
                    <a:pt x="7422" y="71389"/>
                  </a:cubicBezTo>
                  <a:lnTo>
                    <a:pt x="50091" y="114095"/>
                  </a:lnTo>
                  <a:lnTo>
                    <a:pt x="40692" y="173735"/>
                  </a:lnTo>
                  <a:cubicBezTo>
                    <a:pt x="40170" y="177054"/>
                    <a:pt x="41550" y="180411"/>
                    <a:pt x="44273" y="182388"/>
                  </a:cubicBezTo>
                  <a:cubicBezTo>
                    <a:pt x="46996" y="184364"/>
                    <a:pt x="50576" y="184663"/>
                    <a:pt x="53597" y="183134"/>
                  </a:cubicBezTo>
                  <a:lnTo>
                    <a:pt x="107456" y="155757"/>
                  </a:lnTo>
                  <a:lnTo>
                    <a:pt x="161277" y="183134"/>
                  </a:lnTo>
                  <a:cubicBezTo>
                    <a:pt x="164261" y="184663"/>
                    <a:pt x="167879" y="184364"/>
                    <a:pt x="170601" y="182388"/>
                  </a:cubicBezTo>
                  <a:cubicBezTo>
                    <a:pt x="173324" y="180411"/>
                    <a:pt x="174704" y="177091"/>
                    <a:pt x="174182" y="173735"/>
                  </a:cubicBezTo>
                  <a:lnTo>
                    <a:pt x="164746" y="114095"/>
                  </a:lnTo>
                  <a:lnTo>
                    <a:pt x="207415" y="71389"/>
                  </a:lnTo>
                  <a:cubicBezTo>
                    <a:pt x="209802" y="69001"/>
                    <a:pt x="210622" y="65495"/>
                    <a:pt x="209578" y="62288"/>
                  </a:cubicBezTo>
                  <a:cubicBezTo>
                    <a:pt x="208534" y="59080"/>
                    <a:pt x="205811" y="56730"/>
                    <a:pt x="202454" y="56208"/>
                  </a:cubicBezTo>
                  <a:lnTo>
                    <a:pt x="142852" y="46735"/>
                  </a:lnTo>
                  <a:lnTo>
                    <a:pt x="115438" y="-70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Text 54"/>
            <p:cNvSpPr/>
            <p:nvPr/>
          </p:nvSpPr>
          <p:spPr>
            <a:xfrm>
              <a:off x="14339" y="12165"/>
              <a:ext cx="1259" cy="52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90" b="1" dirty="0">
                  <a:solidFill>
                    <a:srgbClr val="4EC3A1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核心建议</a:t>
              </a:r>
              <a:endParaRPr lang="en-US" sz="16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13362" y="13030"/>
              <a:ext cx="11221" cy="48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50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分享前使用</a:t>
              </a:r>
              <a:r>
                <a:rPr lang="en-US" sz="1505" b="1" dirty="0">
                  <a:solidFill>
                    <a:srgbClr val="4EC3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"排练计时"</a:t>
              </a:r>
              <a:r>
                <a:rPr lang="en-US" sz="150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练习，确保演示流畅、时间把控精准。</a:t>
              </a:r>
              <a:endParaRPr lang="en-US" sz="1600" dirty="0"/>
            </a:p>
          </p:txBody>
        </p:sp>
        <p:sp>
          <p:nvSpPr>
            <p:cNvPr id="59" name="Shape 56"/>
            <p:cNvSpPr/>
            <p:nvPr/>
          </p:nvSpPr>
          <p:spPr>
            <a:xfrm>
              <a:off x="13362" y="13744"/>
              <a:ext cx="11071" cy="677"/>
            </a:xfrm>
            <a:custGeom>
              <a:avLst/>
              <a:gdLst/>
              <a:ahLst/>
              <a:cxnLst/>
              <a:rect l="l" t="t" r="r" b="b"/>
              <a:pathLst>
                <a:path w="7029944" h="429674">
                  <a:moveTo>
                    <a:pt x="95482" y="0"/>
                  </a:moveTo>
                  <a:lnTo>
                    <a:pt x="6934462" y="0"/>
                  </a:lnTo>
                  <a:cubicBezTo>
                    <a:pt x="6987195" y="0"/>
                    <a:pt x="7029944" y="42749"/>
                    <a:pt x="7029944" y="95482"/>
                  </a:cubicBezTo>
                  <a:lnTo>
                    <a:pt x="7029944" y="334192"/>
                  </a:lnTo>
                  <a:cubicBezTo>
                    <a:pt x="7029944" y="386925"/>
                    <a:pt x="6987195" y="429674"/>
                    <a:pt x="6934462" y="429674"/>
                  </a:cubicBezTo>
                  <a:lnTo>
                    <a:pt x="95482" y="429674"/>
                  </a:lnTo>
                  <a:cubicBezTo>
                    <a:pt x="42749" y="429674"/>
                    <a:pt x="0" y="386925"/>
                    <a:pt x="0" y="334192"/>
                  </a:cubicBezTo>
                  <a:lnTo>
                    <a:pt x="0" y="95482"/>
                  </a:lnTo>
                  <a:cubicBezTo>
                    <a:pt x="0" y="42749"/>
                    <a:pt x="42749" y="0"/>
                    <a:pt x="95482" y="0"/>
                  </a:cubicBezTo>
                  <a:close/>
                </a:path>
              </a:pathLst>
            </a:custGeom>
            <a:solidFill>
              <a:srgbClr val="4EC3A1">
                <a:alpha val="10196"/>
              </a:srgbClr>
            </a:solidFill>
          </p:spPr>
        </p:sp>
        <p:sp>
          <p:nvSpPr>
            <p:cNvPr id="61" name="Text 58"/>
            <p:cNvSpPr/>
            <p:nvPr/>
          </p:nvSpPr>
          <p:spPr>
            <a:xfrm>
              <a:off x="14114" y="13895"/>
              <a:ext cx="2913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15" dirty="0">
                  <a:solidFill>
                    <a:srgbClr val="F0F2F5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幻灯片放映 → 排练计时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" name="Text 1"/>
          <p:cNvSpPr/>
          <p:nvPr/>
        </p:nvSpPr>
        <p:spPr>
          <a:xfrm>
            <a:off x="602478" y="592667"/>
            <a:ext cx="359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5333" y="423333"/>
            <a:ext cx="14721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kern="0" spc="233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5333" y="677333"/>
            <a:ext cx="14837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OneDrive与Teams：云协作核心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312333"/>
            <a:ext cx="7577667" cy="4148667"/>
          </a:xfrm>
          <a:custGeom>
            <a:avLst/>
            <a:gdLst/>
            <a:ahLst/>
            <a:cxnLst/>
            <a:rect l="l" t="t" r="r" b="b"/>
            <a:pathLst>
              <a:path w="7577667" h="4148667">
                <a:moveTo>
                  <a:pt x="42333" y="0"/>
                </a:moveTo>
                <a:lnTo>
                  <a:pt x="7450676" y="0"/>
                </a:lnTo>
                <a:cubicBezTo>
                  <a:pt x="7520811" y="0"/>
                  <a:pt x="7577667" y="56856"/>
                  <a:pt x="7577667" y="126991"/>
                </a:cubicBezTo>
                <a:lnTo>
                  <a:pt x="7577667" y="4021676"/>
                </a:lnTo>
                <a:cubicBezTo>
                  <a:pt x="7577667" y="4091811"/>
                  <a:pt x="7520811" y="4148667"/>
                  <a:pt x="7450676" y="4148667"/>
                </a:cubicBezTo>
                <a:lnTo>
                  <a:pt x="42333" y="4148667"/>
                </a:lnTo>
                <a:cubicBezTo>
                  <a:pt x="18953" y="4148667"/>
                  <a:pt x="0" y="4129713"/>
                  <a:pt x="0" y="410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7" name="Shape 5"/>
          <p:cNvSpPr/>
          <p:nvPr/>
        </p:nvSpPr>
        <p:spPr>
          <a:xfrm>
            <a:off x="444500" y="1312333"/>
            <a:ext cx="42333" cy="4148667"/>
          </a:xfrm>
          <a:custGeom>
            <a:avLst/>
            <a:gdLst/>
            <a:ahLst/>
            <a:cxnLst/>
            <a:rect l="l" t="t" r="r" b="b"/>
            <a:pathLst>
              <a:path w="42333" h="4148667">
                <a:moveTo>
                  <a:pt x="42333" y="0"/>
                </a:moveTo>
                <a:lnTo>
                  <a:pt x="42333" y="0"/>
                </a:lnTo>
                <a:lnTo>
                  <a:pt x="42333" y="4148667"/>
                </a:lnTo>
                <a:lnTo>
                  <a:pt x="42333" y="4148667"/>
                </a:lnTo>
                <a:cubicBezTo>
                  <a:pt x="18953" y="4148667"/>
                  <a:pt x="0" y="4129713"/>
                  <a:pt x="0" y="410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677333" y="152400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9" name="Shape 7"/>
          <p:cNvSpPr/>
          <p:nvPr/>
        </p:nvSpPr>
        <p:spPr>
          <a:xfrm>
            <a:off x="830792" y="16933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71438" y="238125"/>
                </a:moveTo>
                <a:cubicBezTo>
                  <a:pt x="31998" y="238125"/>
                  <a:pt x="0" y="206127"/>
                  <a:pt x="0" y="166688"/>
                </a:cubicBezTo>
                <a:cubicBezTo>
                  <a:pt x="0" y="135235"/>
                  <a:pt x="20340" y="108545"/>
                  <a:pt x="48568" y="98971"/>
                </a:cubicBezTo>
                <a:cubicBezTo>
                  <a:pt x="47923" y="95151"/>
                  <a:pt x="47625" y="91281"/>
                  <a:pt x="47625" y="87313"/>
                </a:cubicBezTo>
                <a:cubicBezTo>
                  <a:pt x="47625" y="47873"/>
                  <a:pt x="79623" y="15875"/>
                  <a:pt x="119063" y="15875"/>
                </a:cubicBezTo>
                <a:cubicBezTo>
                  <a:pt x="146546" y="15875"/>
                  <a:pt x="170408" y="31403"/>
                  <a:pt x="182364" y="54124"/>
                </a:cubicBezTo>
                <a:cubicBezTo>
                  <a:pt x="189409" y="50006"/>
                  <a:pt x="197644" y="47625"/>
                  <a:pt x="206375" y="47625"/>
                </a:cubicBezTo>
                <a:cubicBezTo>
                  <a:pt x="232668" y="47625"/>
                  <a:pt x="254000" y="68957"/>
                  <a:pt x="254000" y="95250"/>
                </a:cubicBezTo>
                <a:cubicBezTo>
                  <a:pt x="254000" y="103039"/>
                  <a:pt x="252115" y="110430"/>
                  <a:pt x="248791" y="116929"/>
                </a:cubicBezTo>
                <a:cubicBezTo>
                  <a:pt x="270619" y="127000"/>
                  <a:pt x="285750" y="149027"/>
                  <a:pt x="285750" y="174625"/>
                </a:cubicBezTo>
                <a:cubicBezTo>
                  <a:pt x="285750" y="209699"/>
                  <a:pt x="257324" y="238125"/>
                  <a:pt x="222250" y="238125"/>
                </a:cubicBezTo>
                <a:lnTo>
                  <a:pt x="71438" y="238125"/>
                </a:lnTo>
                <a:close/>
                <a:moveTo>
                  <a:pt x="151309" y="94754"/>
                </a:moveTo>
                <a:cubicBezTo>
                  <a:pt x="146645" y="90091"/>
                  <a:pt x="139105" y="90091"/>
                  <a:pt x="134491" y="94754"/>
                </a:cubicBezTo>
                <a:lnTo>
                  <a:pt x="98772" y="130473"/>
                </a:lnTo>
                <a:cubicBezTo>
                  <a:pt x="94109" y="135136"/>
                  <a:pt x="94109" y="142677"/>
                  <a:pt x="98772" y="147290"/>
                </a:cubicBezTo>
                <a:cubicBezTo>
                  <a:pt x="103436" y="151904"/>
                  <a:pt x="110976" y="151954"/>
                  <a:pt x="115590" y="147290"/>
                </a:cubicBezTo>
                <a:lnTo>
                  <a:pt x="130969" y="131911"/>
                </a:lnTo>
                <a:lnTo>
                  <a:pt x="130969" y="182563"/>
                </a:lnTo>
                <a:cubicBezTo>
                  <a:pt x="130969" y="189161"/>
                  <a:pt x="136277" y="194469"/>
                  <a:pt x="142875" y="194469"/>
                </a:cubicBezTo>
                <a:cubicBezTo>
                  <a:pt x="149473" y="194469"/>
                  <a:pt x="154781" y="189161"/>
                  <a:pt x="154781" y="182563"/>
                </a:cubicBezTo>
                <a:lnTo>
                  <a:pt x="154781" y="131911"/>
                </a:lnTo>
                <a:lnTo>
                  <a:pt x="170160" y="147290"/>
                </a:lnTo>
                <a:cubicBezTo>
                  <a:pt x="174823" y="151954"/>
                  <a:pt x="182364" y="151954"/>
                  <a:pt x="186978" y="147290"/>
                </a:cubicBezTo>
                <a:cubicBezTo>
                  <a:pt x="191591" y="142627"/>
                  <a:pt x="191641" y="135086"/>
                  <a:pt x="186978" y="130473"/>
                </a:cubicBezTo>
                <a:lnTo>
                  <a:pt x="151259" y="9475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397000" y="1651000"/>
            <a:ext cx="96308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OneDrive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333" y="2286000"/>
            <a:ext cx="7217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你的个人云硬盘，安全存储，便捷访问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333" y="2709333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84666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3" name="Shape 11"/>
          <p:cNvSpPr/>
          <p:nvPr/>
        </p:nvSpPr>
        <p:spPr>
          <a:xfrm>
            <a:off x="844021" y="287866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71644"/>
                </a:lnTo>
                <a:cubicBezTo>
                  <a:pt x="185208" y="64616"/>
                  <a:pt x="182438" y="57878"/>
                  <a:pt x="177478" y="52917"/>
                </a:cubicBezTo>
                <a:lnTo>
                  <a:pt x="145521" y="20960"/>
                </a:lnTo>
                <a:cubicBezTo>
                  <a:pt x="140560" y="15999"/>
                  <a:pt x="133821" y="13229"/>
                  <a:pt x="126793" y="13229"/>
                </a:cubicBezTo>
                <a:lnTo>
                  <a:pt x="26458" y="13229"/>
                </a:lnTo>
                <a:close/>
                <a:moveTo>
                  <a:pt x="39688" y="52917"/>
                </a:moveTo>
                <a:cubicBezTo>
                  <a:pt x="39688" y="45599"/>
                  <a:pt x="45599" y="39688"/>
                  <a:pt x="52917" y="39688"/>
                </a:cubicBezTo>
                <a:lnTo>
                  <a:pt x="119063" y="39688"/>
                </a:lnTo>
                <a:cubicBezTo>
                  <a:pt x="126380" y="39688"/>
                  <a:pt x="132292" y="45599"/>
                  <a:pt x="132292" y="52917"/>
                </a:cubicBezTo>
                <a:lnTo>
                  <a:pt x="132292" y="79375"/>
                </a:lnTo>
                <a:cubicBezTo>
                  <a:pt x="132292" y="86692"/>
                  <a:pt x="126380" y="92604"/>
                  <a:pt x="119063" y="92604"/>
                </a:cubicBezTo>
                <a:lnTo>
                  <a:pt x="52917" y="92604"/>
                </a:lnTo>
                <a:cubicBezTo>
                  <a:pt x="45599" y="92604"/>
                  <a:pt x="39688" y="86692"/>
                  <a:pt x="39688" y="79375"/>
                </a:cubicBezTo>
                <a:lnTo>
                  <a:pt x="39688" y="52917"/>
                </a:lnTo>
                <a:close/>
                <a:moveTo>
                  <a:pt x="92604" y="119063"/>
                </a:moveTo>
                <a:cubicBezTo>
                  <a:pt x="107207" y="119063"/>
                  <a:pt x="119063" y="130918"/>
                  <a:pt x="119063" y="145521"/>
                </a:cubicBezTo>
                <a:cubicBezTo>
                  <a:pt x="119063" y="160124"/>
                  <a:pt x="107207" y="171979"/>
                  <a:pt x="92604" y="171979"/>
                </a:cubicBezTo>
                <a:cubicBezTo>
                  <a:pt x="78001" y="171979"/>
                  <a:pt x="66146" y="160124"/>
                  <a:pt x="66146" y="145521"/>
                </a:cubicBezTo>
                <a:cubicBezTo>
                  <a:pt x="66146" y="130918"/>
                  <a:pt x="78001" y="119063"/>
                  <a:pt x="92604" y="119063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14" name="Text 12"/>
          <p:cNvSpPr/>
          <p:nvPr/>
        </p:nvSpPr>
        <p:spPr>
          <a:xfrm>
            <a:off x="1195917" y="2836333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自动保存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5917" y="3132667"/>
            <a:ext cx="3037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编辑中的文档实时保存至云端，告别数据丢失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7333" y="3598333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84666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7" name="Shape 15"/>
          <p:cNvSpPr/>
          <p:nvPr/>
        </p:nvSpPr>
        <p:spPr>
          <a:xfrm>
            <a:off x="817563" y="376766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19063" y="26458"/>
                </a:moveTo>
                <a:cubicBezTo>
                  <a:pt x="162884" y="26458"/>
                  <a:pt x="198438" y="62012"/>
                  <a:pt x="198438" y="105833"/>
                </a:cubicBezTo>
                <a:cubicBezTo>
                  <a:pt x="198438" y="149655"/>
                  <a:pt x="162884" y="185208"/>
                  <a:pt x="119063" y="185208"/>
                </a:cubicBezTo>
                <a:cubicBezTo>
                  <a:pt x="92108" y="185208"/>
                  <a:pt x="68254" y="171772"/>
                  <a:pt x="53909" y="151185"/>
                </a:cubicBezTo>
                <a:cubicBezTo>
                  <a:pt x="49733" y="145190"/>
                  <a:pt x="41465" y="143743"/>
                  <a:pt x="35471" y="147919"/>
                </a:cubicBezTo>
                <a:cubicBezTo>
                  <a:pt x="29476" y="152094"/>
                  <a:pt x="28029" y="160362"/>
                  <a:pt x="32205" y="166357"/>
                </a:cubicBezTo>
                <a:cubicBezTo>
                  <a:pt x="51304" y="193725"/>
                  <a:pt x="83096" y="211667"/>
                  <a:pt x="119063" y="211667"/>
                </a:cubicBezTo>
                <a:cubicBezTo>
                  <a:pt x="177519" y="211667"/>
                  <a:pt x="224896" y="164290"/>
                  <a:pt x="224896" y="105833"/>
                </a:cubicBezTo>
                <a:cubicBezTo>
                  <a:pt x="224896" y="47377"/>
                  <a:pt x="177519" y="0"/>
                  <a:pt x="119063" y="0"/>
                </a:cubicBezTo>
                <a:cubicBezTo>
                  <a:pt x="83633" y="0"/>
                  <a:pt x="52297" y="17405"/>
                  <a:pt x="33073" y="44111"/>
                </a:cubicBezTo>
                <a:lnTo>
                  <a:pt x="33073" y="33073"/>
                </a:lnTo>
                <a:cubicBezTo>
                  <a:pt x="33073" y="25756"/>
                  <a:pt x="27161" y="19844"/>
                  <a:pt x="19844" y="19844"/>
                </a:cubicBezTo>
                <a:cubicBezTo>
                  <a:pt x="12526" y="19844"/>
                  <a:pt x="6615" y="25756"/>
                  <a:pt x="6615" y="33073"/>
                </a:cubicBezTo>
                <a:lnTo>
                  <a:pt x="6615" y="79375"/>
                </a:lnTo>
                <a:cubicBezTo>
                  <a:pt x="6615" y="86692"/>
                  <a:pt x="12526" y="92604"/>
                  <a:pt x="19844" y="92604"/>
                </a:cubicBezTo>
                <a:lnTo>
                  <a:pt x="30014" y="92604"/>
                </a:lnTo>
                <a:cubicBezTo>
                  <a:pt x="30220" y="92604"/>
                  <a:pt x="30427" y="92604"/>
                  <a:pt x="30634" y="92604"/>
                </a:cubicBezTo>
                <a:lnTo>
                  <a:pt x="66187" y="92604"/>
                </a:lnTo>
                <a:cubicBezTo>
                  <a:pt x="73505" y="92604"/>
                  <a:pt x="79416" y="86692"/>
                  <a:pt x="79416" y="79375"/>
                </a:cubicBezTo>
                <a:cubicBezTo>
                  <a:pt x="79416" y="72058"/>
                  <a:pt x="73505" y="66146"/>
                  <a:pt x="66187" y="66146"/>
                </a:cubicBezTo>
                <a:lnTo>
                  <a:pt x="50354" y="66146"/>
                </a:lnTo>
                <a:cubicBezTo>
                  <a:pt x="64037" y="42416"/>
                  <a:pt x="89710" y="26458"/>
                  <a:pt x="119063" y="26458"/>
                </a:cubicBezTo>
                <a:close/>
                <a:moveTo>
                  <a:pt x="128984" y="62839"/>
                </a:moveTo>
                <a:cubicBezTo>
                  <a:pt x="128984" y="57340"/>
                  <a:pt x="124561" y="52917"/>
                  <a:pt x="119063" y="52917"/>
                </a:cubicBezTo>
                <a:cubicBezTo>
                  <a:pt x="113564" y="52917"/>
                  <a:pt x="109141" y="57340"/>
                  <a:pt x="109141" y="62839"/>
                </a:cubicBezTo>
                <a:lnTo>
                  <a:pt x="109141" y="105833"/>
                </a:lnTo>
                <a:cubicBezTo>
                  <a:pt x="109141" y="108479"/>
                  <a:pt x="110174" y="111001"/>
                  <a:pt x="112035" y="112861"/>
                </a:cubicBezTo>
                <a:lnTo>
                  <a:pt x="141800" y="142627"/>
                </a:lnTo>
                <a:cubicBezTo>
                  <a:pt x="145686" y="146513"/>
                  <a:pt x="151970" y="146513"/>
                  <a:pt x="155815" y="142627"/>
                </a:cubicBezTo>
                <a:cubicBezTo>
                  <a:pt x="159660" y="138741"/>
                  <a:pt x="159701" y="132457"/>
                  <a:pt x="155815" y="128612"/>
                </a:cubicBezTo>
                <a:lnTo>
                  <a:pt x="128943" y="101741"/>
                </a:lnTo>
                <a:lnTo>
                  <a:pt x="128943" y="62839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8" name="Text 16"/>
          <p:cNvSpPr/>
          <p:nvPr/>
        </p:nvSpPr>
        <p:spPr>
          <a:xfrm>
            <a:off x="1195917" y="3725333"/>
            <a:ext cx="2899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版本历史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5917" y="4021667"/>
            <a:ext cx="2889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可恢复任一历史版本的文件，追溯更改轨迹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7333" y="4487333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84666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1" name="Shape 19"/>
          <p:cNvSpPr/>
          <p:nvPr/>
        </p:nvSpPr>
        <p:spPr>
          <a:xfrm>
            <a:off x="830792" y="46566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58750" y="79375"/>
                </a:moveTo>
                <a:cubicBezTo>
                  <a:pt x="180661" y="79375"/>
                  <a:pt x="198438" y="61598"/>
                  <a:pt x="198438" y="39688"/>
                </a:cubicBezTo>
                <a:cubicBezTo>
                  <a:pt x="198438" y="17777"/>
                  <a:pt x="180661" y="0"/>
                  <a:pt x="158750" y="0"/>
                </a:cubicBezTo>
                <a:cubicBezTo>
                  <a:pt x="136839" y="0"/>
                  <a:pt x="119063" y="17777"/>
                  <a:pt x="119063" y="39688"/>
                </a:cubicBezTo>
                <a:cubicBezTo>
                  <a:pt x="119063" y="41920"/>
                  <a:pt x="119269" y="44152"/>
                  <a:pt x="119600" y="46302"/>
                </a:cubicBezTo>
                <a:lnTo>
                  <a:pt x="65980" y="76109"/>
                </a:lnTo>
                <a:cubicBezTo>
                  <a:pt x="58994" y="69908"/>
                  <a:pt x="49775" y="66146"/>
                  <a:pt x="39688" y="66146"/>
                </a:cubicBezTo>
                <a:cubicBezTo>
                  <a:pt x="17777" y="66146"/>
                  <a:pt x="0" y="83923"/>
                  <a:pt x="0" y="105833"/>
                </a:cubicBezTo>
                <a:cubicBezTo>
                  <a:pt x="0" y="127744"/>
                  <a:pt x="17777" y="145521"/>
                  <a:pt x="39688" y="145521"/>
                </a:cubicBezTo>
                <a:cubicBezTo>
                  <a:pt x="49775" y="145521"/>
                  <a:pt x="58952" y="141759"/>
                  <a:pt x="65980" y="135558"/>
                </a:cubicBezTo>
                <a:lnTo>
                  <a:pt x="119600" y="165365"/>
                </a:lnTo>
                <a:cubicBezTo>
                  <a:pt x="119228" y="167514"/>
                  <a:pt x="119063" y="169705"/>
                  <a:pt x="119063" y="171979"/>
                </a:cubicBezTo>
                <a:cubicBezTo>
                  <a:pt x="119063" y="193890"/>
                  <a:pt x="136839" y="211667"/>
                  <a:pt x="158750" y="211667"/>
                </a:cubicBezTo>
                <a:cubicBezTo>
                  <a:pt x="180661" y="211667"/>
                  <a:pt x="198438" y="193890"/>
                  <a:pt x="198438" y="171979"/>
                </a:cubicBezTo>
                <a:cubicBezTo>
                  <a:pt x="198438" y="150068"/>
                  <a:pt x="180661" y="132292"/>
                  <a:pt x="158750" y="132292"/>
                </a:cubicBezTo>
                <a:cubicBezTo>
                  <a:pt x="148663" y="132292"/>
                  <a:pt x="139485" y="136054"/>
                  <a:pt x="132457" y="142255"/>
                </a:cubicBezTo>
                <a:lnTo>
                  <a:pt x="78838" y="112448"/>
                </a:lnTo>
                <a:cubicBezTo>
                  <a:pt x="79210" y="110298"/>
                  <a:pt x="79375" y="108107"/>
                  <a:pt x="79375" y="105833"/>
                </a:cubicBezTo>
                <a:cubicBezTo>
                  <a:pt x="79375" y="103560"/>
                  <a:pt x="79168" y="101368"/>
                  <a:pt x="78838" y="99219"/>
                </a:cubicBezTo>
                <a:lnTo>
                  <a:pt x="132457" y="69412"/>
                </a:lnTo>
                <a:cubicBezTo>
                  <a:pt x="139444" y="75613"/>
                  <a:pt x="148663" y="79375"/>
                  <a:pt x="158750" y="79375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22" name="Text 20"/>
          <p:cNvSpPr/>
          <p:nvPr/>
        </p:nvSpPr>
        <p:spPr>
          <a:xfrm>
            <a:off x="1195917" y="4614333"/>
            <a:ext cx="2656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轻松共享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5917" y="4910667"/>
            <a:ext cx="264583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生成链接，控制"可查看"或"可编辑"权限</a:t>
            </a:r>
            <a:endParaRPr lang="en-US" sz="160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2633980" y="5703570"/>
            <a:ext cx="2914650" cy="3025775"/>
            <a:chOff x="683" y="8883"/>
            <a:chExt cx="11932" cy="13066"/>
          </a:xfrm>
        </p:grpSpPr>
        <p:sp>
          <p:nvSpPr>
            <p:cNvPr id="24" name="Shape 22"/>
            <p:cNvSpPr/>
            <p:nvPr/>
          </p:nvSpPr>
          <p:spPr>
            <a:xfrm>
              <a:off x="683" y="8883"/>
              <a:ext cx="11933" cy="13067"/>
            </a:xfrm>
            <a:custGeom>
              <a:avLst/>
              <a:gdLst/>
              <a:ahLst/>
              <a:cxnLst/>
              <a:rect l="l" t="t" r="r" b="b"/>
              <a:pathLst>
                <a:path w="7577667" h="8297333">
                  <a:moveTo>
                    <a:pt x="127002" y="0"/>
                  </a:moveTo>
                  <a:lnTo>
                    <a:pt x="7450665" y="0"/>
                  </a:lnTo>
                  <a:cubicBezTo>
                    <a:pt x="7520806" y="0"/>
                    <a:pt x="7577667" y="56861"/>
                    <a:pt x="7577667" y="127002"/>
                  </a:cubicBezTo>
                  <a:lnTo>
                    <a:pt x="7577667" y="8170332"/>
                  </a:lnTo>
                  <a:cubicBezTo>
                    <a:pt x="7577667" y="8240473"/>
                    <a:pt x="7520806" y="8297333"/>
                    <a:pt x="7450665" y="8297333"/>
                  </a:cubicBezTo>
                  <a:lnTo>
                    <a:pt x="127002" y="8297333"/>
                  </a:lnTo>
                  <a:cubicBezTo>
                    <a:pt x="56861" y="8297333"/>
                    <a:pt x="0" y="8240473"/>
                    <a:pt x="0" y="8170332"/>
                  </a:cubicBezTo>
                  <a:lnTo>
                    <a:pt x="0" y="127002"/>
                  </a:lnTo>
                  <a:cubicBezTo>
                    <a:pt x="0" y="56908"/>
                    <a:pt x="56908" y="0"/>
                    <a:pt x="1270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8ACC">
                    <a:alpha val="20000"/>
                  </a:srgbClr>
                </a:gs>
                <a:gs pos="100000">
                  <a:srgbClr val="4EC3A1">
                    <a:alpha val="10000"/>
                  </a:srgbClr>
                </a:gs>
              </a:gsLst>
              <a:lin ang="2700000" scaled="1"/>
            </a:gradFill>
            <a:ln w="25400">
              <a:solidFill>
                <a:srgbClr val="3E8ACC">
                  <a:alpha val="40000"/>
                </a:srgbClr>
              </a:solidFill>
              <a:prstDash val="solid"/>
            </a:ln>
          </p:spPr>
        </p:sp>
        <p:pic>
          <p:nvPicPr>
            <p:cNvPr id="25" name="Image 0" descr="https://kimi-web-img.moonshot.cn/img/www.fastestkey.com/8cfeb240576f6a1d2a55ab6551ae9748f0896e03.png"/>
            <p:cNvPicPr>
              <a:picLocks noChangeAspect="1"/>
            </p:cNvPicPr>
            <p:nvPr/>
          </p:nvPicPr>
          <p:blipFill>
            <a:blip r:embed="rId1">
              <a:alphaModFix amt="90000"/>
            </a:blip>
            <a:srcRect/>
            <a:stretch>
              <a:fillRect/>
            </a:stretch>
          </p:blipFill>
          <p:spPr>
            <a:xfrm>
              <a:off x="1033" y="9233"/>
              <a:ext cx="11233" cy="11233"/>
            </a:xfrm>
            <a:prstGeom prst="roundRect">
              <a:avLst>
                <a:gd name="adj" fmla="val 1187"/>
              </a:avLst>
            </a:prstGeom>
          </p:spPr>
        </p:pic>
      </p:grpSp>
      <p:sp>
        <p:nvSpPr>
          <p:cNvPr id="26" name="Text 23"/>
          <p:cNvSpPr/>
          <p:nvPr/>
        </p:nvSpPr>
        <p:spPr>
          <a:xfrm>
            <a:off x="608542" y="13123333"/>
            <a:ext cx="7228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随时随地，安全访问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13833" y="13462000"/>
            <a:ext cx="7217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多设备同步，版本可控，权限清晰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55000" y="1312333"/>
            <a:ext cx="7577667" cy="4529667"/>
          </a:xfrm>
          <a:custGeom>
            <a:avLst/>
            <a:gdLst/>
            <a:ahLst/>
            <a:cxnLst/>
            <a:rect l="l" t="t" r="r" b="b"/>
            <a:pathLst>
              <a:path w="7577667" h="4529667">
                <a:moveTo>
                  <a:pt x="42333" y="0"/>
                </a:moveTo>
                <a:lnTo>
                  <a:pt x="7450655" y="0"/>
                </a:lnTo>
                <a:cubicBezTo>
                  <a:pt x="7520802" y="0"/>
                  <a:pt x="7577667" y="56865"/>
                  <a:pt x="7577667" y="127012"/>
                </a:cubicBezTo>
                <a:lnTo>
                  <a:pt x="7577667" y="4402655"/>
                </a:lnTo>
                <a:cubicBezTo>
                  <a:pt x="7577667" y="4472802"/>
                  <a:pt x="7520802" y="4529667"/>
                  <a:pt x="7450655" y="4529667"/>
                </a:cubicBezTo>
                <a:lnTo>
                  <a:pt x="42333" y="4529667"/>
                </a:lnTo>
                <a:cubicBezTo>
                  <a:pt x="18953" y="4529667"/>
                  <a:pt x="0" y="4510713"/>
                  <a:pt x="0" y="448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A2F35"/>
          </a:solidFill>
        </p:spPr>
      </p:sp>
      <p:sp>
        <p:nvSpPr>
          <p:cNvPr id="29" name="Shape 26"/>
          <p:cNvSpPr/>
          <p:nvPr/>
        </p:nvSpPr>
        <p:spPr>
          <a:xfrm>
            <a:off x="8255000" y="1312333"/>
            <a:ext cx="42333" cy="4529667"/>
          </a:xfrm>
          <a:custGeom>
            <a:avLst/>
            <a:gdLst/>
            <a:ahLst/>
            <a:cxnLst/>
            <a:rect l="l" t="t" r="r" b="b"/>
            <a:pathLst>
              <a:path w="42333" h="4529667">
                <a:moveTo>
                  <a:pt x="42333" y="0"/>
                </a:moveTo>
                <a:lnTo>
                  <a:pt x="42333" y="0"/>
                </a:lnTo>
                <a:lnTo>
                  <a:pt x="42333" y="4529667"/>
                </a:lnTo>
                <a:lnTo>
                  <a:pt x="42333" y="4529667"/>
                </a:lnTo>
                <a:cubicBezTo>
                  <a:pt x="18953" y="4529667"/>
                  <a:pt x="0" y="4510713"/>
                  <a:pt x="0" y="448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0" name="Shape 27"/>
          <p:cNvSpPr/>
          <p:nvPr/>
        </p:nvSpPr>
        <p:spPr>
          <a:xfrm>
            <a:off x="8487833" y="152400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1" name="Shape 28"/>
          <p:cNvSpPr/>
          <p:nvPr/>
        </p:nvSpPr>
        <p:spPr>
          <a:xfrm>
            <a:off x="8625417" y="1693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111125"/>
                </a:moveTo>
                <a:cubicBezTo>
                  <a:pt x="187225" y="111125"/>
                  <a:pt x="210344" y="88007"/>
                  <a:pt x="210344" y="59531"/>
                </a:cubicBezTo>
                <a:cubicBezTo>
                  <a:pt x="210344" y="31056"/>
                  <a:pt x="187225" y="7938"/>
                  <a:pt x="158750" y="7938"/>
                </a:cubicBezTo>
                <a:cubicBezTo>
                  <a:pt x="130275" y="7938"/>
                  <a:pt x="107156" y="31056"/>
                  <a:pt x="107156" y="59531"/>
                </a:cubicBezTo>
                <a:cubicBezTo>
                  <a:pt x="107156" y="88007"/>
                  <a:pt x="130275" y="111125"/>
                  <a:pt x="158750" y="111125"/>
                </a:cubicBezTo>
                <a:close/>
                <a:moveTo>
                  <a:pt x="47625" y="115094"/>
                </a:moveTo>
                <a:cubicBezTo>
                  <a:pt x="67339" y="115094"/>
                  <a:pt x="83344" y="99089"/>
                  <a:pt x="83344" y="79375"/>
                </a:cubicBezTo>
                <a:cubicBezTo>
                  <a:pt x="83344" y="59661"/>
                  <a:pt x="67339" y="43656"/>
                  <a:pt x="47625" y="43656"/>
                </a:cubicBezTo>
                <a:cubicBezTo>
                  <a:pt x="27911" y="43656"/>
                  <a:pt x="11906" y="59661"/>
                  <a:pt x="11906" y="79375"/>
                </a:cubicBezTo>
                <a:cubicBezTo>
                  <a:pt x="11906" y="99089"/>
                  <a:pt x="27911" y="115094"/>
                  <a:pt x="47625" y="115094"/>
                </a:cubicBezTo>
                <a:close/>
                <a:moveTo>
                  <a:pt x="0" y="206375"/>
                </a:move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58886" y="238125"/>
                </a:lnTo>
                <a:cubicBezTo>
                  <a:pt x="56753" y="233263"/>
                  <a:pt x="55563" y="227905"/>
                  <a:pt x="55563" y="222250"/>
                </a:cubicBezTo>
                <a:lnTo>
                  <a:pt x="55563" y="214313"/>
                </a:lnTo>
                <a:cubicBezTo>
                  <a:pt x="55563" y="187920"/>
                  <a:pt x="65484" y="163810"/>
                  <a:pt x="81806" y="145554"/>
                </a:cubicBezTo>
                <a:cubicBezTo>
                  <a:pt x="76002" y="143818"/>
                  <a:pt x="69850" y="142875"/>
                  <a:pt x="63500" y="142875"/>
                </a:cubicBezTo>
                <a:cubicBezTo>
                  <a:pt x="28426" y="142875"/>
                  <a:pt x="0" y="171301"/>
                  <a:pt x="0" y="206375"/>
                </a:cubicBezTo>
                <a:close/>
                <a:moveTo>
                  <a:pt x="305594" y="79375"/>
                </a:moveTo>
                <a:cubicBezTo>
                  <a:pt x="305594" y="59661"/>
                  <a:pt x="289589" y="43656"/>
                  <a:pt x="269875" y="43656"/>
                </a:cubicBezTo>
                <a:cubicBezTo>
                  <a:pt x="250161" y="43656"/>
                  <a:pt x="234156" y="59661"/>
                  <a:pt x="234156" y="79375"/>
                </a:cubicBezTo>
                <a:cubicBezTo>
                  <a:pt x="234156" y="99089"/>
                  <a:pt x="250161" y="115094"/>
                  <a:pt x="269875" y="115094"/>
                </a:cubicBezTo>
                <a:cubicBezTo>
                  <a:pt x="289589" y="115094"/>
                  <a:pt x="305594" y="99089"/>
                  <a:pt x="305594" y="79375"/>
                </a:cubicBezTo>
                <a:close/>
                <a:moveTo>
                  <a:pt x="79375" y="214313"/>
                </a:moveTo>
                <a:lnTo>
                  <a:pt x="79375" y="222250"/>
                </a:lnTo>
                <a:cubicBezTo>
                  <a:pt x="79375" y="231031"/>
                  <a:pt x="86469" y="238125"/>
                  <a:pt x="95250" y="238125"/>
                </a:cubicBezTo>
                <a:lnTo>
                  <a:pt x="173038" y="238125"/>
                </a:lnTo>
                <a:cubicBezTo>
                  <a:pt x="169515" y="227409"/>
                  <a:pt x="169912" y="216098"/>
                  <a:pt x="178346" y="206375"/>
                </a:cubicBezTo>
                <a:cubicBezTo>
                  <a:pt x="171400" y="198338"/>
                  <a:pt x="168176" y="186680"/>
                  <a:pt x="172690" y="174972"/>
                </a:cubicBezTo>
                <a:cubicBezTo>
                  <a:pt x="175964" y="166489"/>
                  <a:pt x="180578" y="158552"/>
                  <a:pt x="186283" y="151507"/>
                </a:cubicBezTo>
                <a:cubicBezTo>
                  <a:pt x="188962" y="148233"/>
                  <a:pt x="192038" y="145703"/>
                  <a:pt x="195362" y="143867"/>
                </a:cubicBezTo>
                <a:cubicBezTo>
                  <a:pt x="184398" y="138162"/>
                  <a:pt x="171946" y="134938"/>
                  <a:pt x="158750" y="134938"/>
                </a:cubicBezTo>
                <a:cubicBezTo>
                  <a:pt x="114895" y="134938"/>
                  <a:pt x="79375" y="170458"/>
                  <a:pt x="79375" y="214313"/>
                </a:cubicBezTo>
                <a:close/>
                <a:moveTo>
                  <a:pt x="309860" y="192435"/>
                </a:moveTo>
                <a:cubicBezTo>
                  <a:pt x="312986" y="190649"/>
                  <a:pt x="314573" y="186928"/>
                  <a:pt x="313234" y="183505"/>
                </a:cubicBezTo>
                <a:cubicBezTo>
                  <a:pt x="310852" y="177354"/>
                  <a:pt x="307529" y="171549"/>
                  <a:pt x="303361" y="166439"/>
                </a:cubicBezTo>
                <a:cubicBezTo>
                  <a:pt x="301079" y="163612"/>
                  <a:pt x="297061" y="163116"/>
                  <a:pt x="293936" y="164951"/>
                </a:cubicBezTo>
                <a:cubicBezTo>
                  <a:pt x="283121" y="171202"/>
                  <a:pt x="269825" y="163562"/>
                  <a:pt x="269825" y="151011"/>
                </a:cubicBezTo>
                <a:cubicBezTo>
                  <a:pt x="269825" y="147389"/>
                  <a:pt x="267395" y="144165"/>
                  <a:pt x="263823" y="143619"/>
                </a:cubicBezTo>
                <a:cubicBezTo>
                  <a:pt x="257423" y="142627"/>
                  <a:pt x="250527" y="142627"/>
                  <a:pt x="244128" y="143619"/>
                </a:cubicBezTo>
                <a:cubicBezTo>
                  <a:pt x="240556" y="144165"/>
                  <a:pt x="238125" y="147389"/>
                  <a:pt x="238125" y="151011"/>
                </a:cubicBezTo>
                <a:cubicBezTo>
                  <a:pt x="238125" y="163512"/>
                  <a:pt x="224830" y="171202"/>
                  <a:pt x="214015" y="164951"/>
                </a:cubicBezTo>
                <a:cubicBezTo>
                  <a:pt x="210889" y="163165"/>
                  <a:pt x="206871" y="163661"/>
                  <a:pt x="204589" y="166439"/>
                </a:cubicBezTo>
                <a:cubicBezTo>
                  <a:pt x="200422" y="171549"/>
                  <a:pt x="197098" y="177354"/>
                  <a:pt x="194717" y="183505"/>
                </a:cubicBezTo>
                <a:cubicBezTo>
                  <a:pt x="193427" y="186879"/>
                  <a:pt x="194965" y="190599"/>
                  <a:pt x="198090" y="192385"/>
                </a:cubicBezTo>
                <a:cubicBezTo>
                  <a:pt x="208955" y="198636"/>
                  <a:pt x="208955" y="213965"/>
                  <a:pt x="198090" y="220266"/>
                </a:cubicBezTo>
                <a:cubicBezTo>
                  <a:pt x="194965" y="222052"/>
                  <a:pt x="193377" y="225772"/>
                  <a:pt x="194717" y="229146"/>
                </a:cubicBezTo>
                <a:cubicBezTo>
                  <a:pt x="197098" y="235297"/>
                  <a:pt x="200422" y="241102"/>
                  <a:pt x="204589" y="246211"/>
                </a:cubicBezTo>
                <a:cubicBezTo>
                  <a:pt x="206871" y="249039"/>
                  <a:pt x="210889" y="249535"/>
                  <a:pt x="214015" y="247700"/>
                </a:cubicBezTo>
                <a:cubicBezTo>
                  <a:pt x="224830" y="241449"/>
                  <a:pt x="238125" y="249138"/>
                  <a:pt x="238125" y="261640"/>
                </a:cubicBezTo>
                <a:cubicBezTo>
                  <a:pt x="238125" y="265261"/>
                  <a:pt x="240556" y="268486"/>
                  <a:pt x="244128" y="269032"/>
                </a:cubicBezTo>
                <a:cubicBezTo>
                  <a:pt x="250527" y="270024"/>
                  <a:pt x="257423" y="270024"/>
                  <a:pt x="263823" y="269032"/>
                </a:cubicBezTo>
                <a:cubicBezTo>
                  <a:pt x="267395" y="268486"/>
                  <a:pt x="269825" y="265261"/>
                  <a:pt x="269825" y="261640"/>
                </a:cubicBezTo>
                <a:cubicBezTo>
                  <a:pt x="269825" y="249138"/>
                  <a:pt x="283121" y="241449"/>
                  <a:pt x="293936" y="247700"/>
                </a:cubicBezTo>
                <a:cubicBezTo>
                  <a:pt x="297061" y="249486"/>
                  <a:pt x="301079" y="248989"/>
                  <a:pt x="303361" y="246211"/>
                </a:cubicBezTo>
                <a:cubicBezTo>
                  <a:pt x="307529" y="241102"/>
                  <a:pt x="310852" y="235297"/>
                  <a:pt x="313234" y="229146"/>
                </a:cubicBezTo>
                <a:cubicBezTo>
                  <a:pt x="314523" y="225772"/>
                  <a:pt x="312986" y="222052"/>
                  <a:pt x="309860" y="220266"/>
                </a:cubicBezTo>
                <a:cubicBezTo>
                  <a:pt x="298996" y="214015"/>
                  <a:pt x="298996" y="198686"/>
                  <a:pt x="309860" y="192385"/>
                </a:cubicBezTo>
                <a:close/>
                <a:moveTo>
                  <a:pt x="234156" y="206375"/>
                </a:moveTo>
                <a:cubicBezTo>
                  <a:pt x="234156" y="195423"/>
                  <a:pt x="243048" y="186531"/>
                  <a:pt x="254000" y="186531"/>
                </a:cubicBezTo>
                <a:cubicBezTo>
                  <a:pt x="264952" y="186531"/>
                  <a:pt x="273844" y="195423"/>
                  <a:pt x="273844" y="206375"/>
                </a:cubicBezTo>
                <a:cubicBezTo>
                  <a:pt x="273844" y="217327"/>
                  <a:pt x="264952" y="226219"/>
                  <a:pt x="254000" y="226219"/>
                </a:cubicBezTo>
                <a:cubicBezTo>
                  <a:pt x="243048" y="226219"/>
                  <a:pt x="234156" y="217327"/>
                  <a:pt x="234156" y="2063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29"/>
          <p:cNvSpPr/>
          <p:nvPr/>
        </p:nvSpPr>
        <p:spPr>
          <a:xfrm>
            <a:off x="9207500" y="1651000"/>
            <a:ext cx="740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Teams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487833" y="2286000"/>
            <a:ext cx="7217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团队协作中心，连接人与工作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87833" y="2709333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5" name="Shape 32"/>
          <p:cNvSpPr/>
          <p:nvPr/>
        </p:nvSpPr>
        <p:spPr>
          <a:xfrm>
            <a:off x="8670396" y="28998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58750" y="59531"/>
                </a:moveTo>
                <a:cubicBezTo>
                  <a:pt x="158750" y="99715"/>
                  <a:pt x="123197" y="132292"/>
                  <a:pt x="79375" y="132292"/>
                </a:cubicBezTo>
                <a:cubicBezTo>
                  <a:pt x="68337" y="132292"/>
                  <a:pt x="57836" y="130225"/>
                  <a:pt x="48286" y="126504"/>
                </a:cubicBezTo>
                <a:lnTo>
                  <a:pt x="14552" y="144363"/>
                </a:lnTo>
                <a:cubicBezTo>
                  <a:pt x="10707" y="146389"/>
                  <a:pt x="5994" y="145686"/>
                  <a:pt x="2894" y="142627"/>
                </a:cubicBezTo>
                <a:cubicBezTo>
                  <a:pt x="-207" y="139568"/>
                  <a:pt x="-910" y="134813"/>
                  <a:pt x="1158" y="130969"/>
                </a:cubicBezTo>
                <a:lnTo>
                  <a:pt x="15875" y="103188"/>
                </a:lnTo>
                <a:cubicBezTo>
                  <a:pt x="5912" y="91033"/>
                  <a:pt x="0" y="75902"/>
                  <a:pt x="0" y="59531"/>
                </a:cubicBezTo>
                <a:cubicBezTo>
                  <a:pt x="0" y="19348"/>
                  <a:pt x="35553" y="-13229"/>
                  <a:pt x="79375" y="-13229"/>
                </a:cubicBezTo>
                <a:cubicBezTo>
                  <a:pt x="123197" y="-13229"/>
                  <a:pt x="158750" y="19348"/>
                  <a:pt x="158750" y="59531"/>
                </a:cubicBezTo>
                <a:close/>
                <a:moveTo>
                  <a:pt x="158750" y="211667"/>
                </a:moveTo>
                <a:cubicBezTo>
                  <a:pt x="119848" y="211667"/>
                  <a:pt x="87478" y="185994"/>
                  <a:pt x="80698" y="152135"/>
                </a:cubicBezTo>
                <a:cubicBezTo>
                  <a:pt x="130307" y="151515"/>
                  <a:pt x="173426" y="116210"/>
                  <a:pt x="178180" y="68337"/>
                </a:cubicBezTo>
                <a:cubicBezTo>
                  <a:pt x="212618" y="76274"/>
                  <a:pt x="238125" y="104841"/>
                  <a:pt x="238125" y="138906"/>
                </a:cubicBezTo>
                <a:cubicBezTo>
                  <a:pt x="238125" y="155277"/>
                  <a:pt x="232213" y="170408"/>
                  <a:pt x="222250" y="182563"/>
                </a:cubicBezTo>
                <a:lnTo>
                  <a:pt x="236967" y="210344"/>
                </a:lnTo>
                <a:cubicBezTo>
                  <a:pt x="238993" y="214188"/>
                  <a:pt x="238290" y="218901"/>
                  <a:pt x="235231" y="222002"/>
                </a:cubicBezTo>
                <a:cubicBezTo>
                  <a:pt x="232172" y="225103"/>
                  <a:pt x="227418" y="225805"/>
                  <a:pt x="223573" y="223738"/>
                </a:cubicBezTo>
                <a:lnTo>
                  <a:pt x="189839" y="205879"/>
                </a:lnTo>
                <a:cubicBezTo>
                  <a:pt x="180289" y="209600"/>
                  <a:pt x="169788" y="211667"/>
                  <a:pt x="158750" y="211667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36" name="Text 33"/>
          <p:cNvSpPr/>
          <p:nvPr/>
        </p:nvSpPr>
        <p:spPr>
          <a:xfrm>
            <a:off x="9048750" y="2878667"/>
            <a:ext cx="931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一体化沟通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57167" y="3217333"/>
            <a:ext cx="6868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聊天、会议、通话集成，减少工具切换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487833" y="3725333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9" name="Shape 36"/>
          <p:cNvSpPr/>
          <p:nvPr/>
        </p:nvSpPr>
        <p:spPr>
          <a:xfrm>
            <a:off x="8670396" y="39158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23151" y="93266"/>
                </a:moveTo>
                <a:lnTo>
                  <a:pt x="13395" y="122452"/>
                </a:lnTo>
                <a:lnTo>
                  <a:pt x="13395" y="39688"/>
                </a:lnTo>
                <a:cubicBezTo>
                  <a:pt x="13395" y="25094"/>
                  <a:pt x="25259" y="13229"/>
                  <a:pt x="39853" y="13229"/>
                </a:cubicBezTo>
                <a:lnTo>
                  <a:pt x="97193" y="13229"/>
                </a:lnTo>
                <a:cubicBezTo>
                  <a:pt x="102898" y="13229"/>
                  <a:pt x="108479" y="15090"/>
                  <a:pt x="113068" y="18521"/>
                </a:cubicBezTo>
                <a:lnTo>
                  <a:pt x="128943" y="30427"/>
                </a:lnTo>
                <a:cubicBezTo>
                  <a:pt x="131217" y="32163"/>
                  <a:pt x="134028" y="33073"/>
                  <a:pt x="136881" y="33073"/>
                </a:cubicBezTo>
                <a:lnTo>
                  <a:pt x="185374" y="33073"/>
                </a:lnTo>
                <a:cubicBezTo>
                  <a:pt x="199967" y="33073"/>
                  <a:pt x="211832" y="44938"/>
                  <a:pt x="211832" y="59531"/>
                </a:cubicBezTo>
                <a:lnTo>
                  <a:pt x="211832" y="66146"/>
                </a:lnTo>
                <a:lnTo>
                  <a:pt x="60771" y="66146"/>
                </a:lnTo>
                <a:cubicBezTo>
                  <a:pt x="43698" y="66146"/>
                  <a:pt x="28525" y="77060"/>
                  <a:pt x="23110" y="93266"/>
                </a:cubicBezTo>
                <a:close/>
                <a:moveTo>
                  <a:pt x="197528" y="185208"/>
                </a:moveTo>
                <a:lnTo>
                  <a:pt x="40928" y="185208"/>
                </a:lnTo>
                <a:cubicBezTo>
                  <a:pt x="27368" y="185208"/>
                  <a:pt x="17818" y="171938"/>
                  <a:pt x="22118" y="159081"/>
                </a:cubicBezTo>
                <a:lnTo>
                  <a:pt x="41961" y="99549"/>
                </a:lnTo>
                <a:cubicBezTo>
                  <a:pt x="44648" y="91447"/>
                  <a:pt x="52255" y="85990"/>
                  <a:pt x="60771" y="85990"/>
                </a:cubicBezTo>
                <a:lnTo>
                  <a:pt x="217372" y="85990"/>
                </a:lnTo>
                <a:cubicBezTo>
                  <a:pt x="230932" y="85990"/>
                  <a:pt x="240481" y="99260"/>
                  <a:pt x="236182" y="112117"/>
                </a:cubicBezTo>
                <a:lnTo>
                  <a:pt x="216338" y="171648"/>
                </a:lnTo>
                <a:cubicBezTo>
                  <a:pt x="213651" y="179751"/>
                  <a:pt x="206044" y="185208"/>
                  <a:pt x="197528" y="185208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0" name="Text 37"/>
          <p:cNvSpPr/>
          <p:nvPr/>
        </p:nvSpPr>
        <p:spPr>
          <a:xfrm>
            <a:off x="9048750" y="3894667"/>
            <a:ext cx="110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团队频道协作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657167" y="4233333"/>
            <a:ext cx="6868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直接共享和协作处理Office文件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487833" y="4741333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3" name="Shape 40"/>
          <p:cNvSpPr/>
          <p:nvPr/>
        </p:nvSpPr>
        <p:spPr>
          <a:xfrm>
            <a:off x="8683625" y="493183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5314" y="15007"/>
                </a:moveTo>
                <a:cubicBezTo>
                  <a:pt x="59821" y="18149"/>
                  <a:pt x="60896" y="24350"/>
                  <a:pt x="57754" y="28815"/>
                </a:cubicBezTo>
                <a:lnTo>
                  <a:pt x="34603" y="61888"/>
                </a:lnTo>
                <a:cubicBezTo>
                  <a:pt x="32908" y="64285"/>
                  <a:pt x="30262" y="65815"/>
                  <a:pt x="27326" y="66063"/>
                </a:cubicBezTo>
                <a:cubicBezTo>
                  <a:pt x="24391" y="66311"/>
                  <a:pt x="21497" y="65319"/>
                  <a:pt x="19430" y="63252"/>
                </a:cubicBezTo>
                <a:lnTo>
                  <a:pt x="2894" y="46715"/>
                </a:lnTo>
                <a:cubicBezTo>
                  <a:pt x="-951" y="42829"/>
                  <a:pt x="-951" y="36546"/>
                  <a:pt x="2894" y="32660"/>
                </a:cubicBezTo>
                <a:cubicBezTo>
                  <a:pt x="6739" y="28773"/>
                  <a:pt x="13064" y="28815"/>
                  <a:pt x="16950" y="32660"/>
                </a:cubicBezTo>
                <a:lnTo>
                  <a:pt x="25135" y="40845"/>
                </a:lnTo>
                <a:lnTo>
                  <a:pt x="41507" y="17446"/>
                </a:lnTo>
                <a:cubicBezTo>
                  <a:pt x="44648" y="12940"/>
                  <a:pt x="50850" y="11865"/>
                  <a:pt x="55314" y="15007"/>
                </a:cubicBezTo>
                <a:close/>
                <a:moveTo>
                  <a:pt x="55314" y="81153"/>
                </a:moveTo>
                <a:cubicBezTo>
                  <a:pt x="59821" y="84295"/>
                  <a:pt x="60896" y="90496"/>
                  <a:pt x="57754" y="94961"/>
                </a:cubicBezTo>
                <a:lnTo>
                  <a:pt x="34603" y="128034"/>
                </a:lnTo>
                <a:cubicBezTo>
                  <a:pt x="32908" y="130431"/>
                  <a:pt x="30262" y="131961"/>
                  <a:pt x="27326" y="132209"/>
                </a:cubicBezTo>
                <a:cubicBezTo>
                  <a:pt x="24391" y="132457"/>
                  <a:pt x="21497" y="131465"/>
                  <a:pt x="19430" y="129398"/>
                </a:cubicBezTo>
                <a:lnTo>
                  <a:pt x="2894" y="112861"/>
                </a:lnTo>
                <a:cubicBezTo>
                  <a:pt x="-992" y="108975"/>
                  <a:pt x="-992" y="102691"/>
                  <a:pt x="2894" y="98847"/>
                </a:cubicBezTo>
                <a:cubicBezTo>
                  <a:pt x="6780" y="95002"/>
                  <a:pt x="13064" y="94961"/>
                  <a:pt x="16909" y="98847"/>
                </a:cubicBezTo>
                <a:lnTo>
                  <a:pt x="25094" y="107032"/>
                </a:lnTo>
                <a:lnTo>
                  <a:pt x="41465" y="83633"/>
                </a:lnTo>
                <a:cubicBezTo>
                  <a:pt x="44607" y="79127"/>
                  <a:pt x="50808" y="78052"/>
                  <a:pt x="55273" y="81194"/>
                </a:cubicBezTo>
                <a:close/>
                <a:moveTo>
                  <a:pt x="92604" y="39688"/>
                </a:moveTo>
                <a:cubicBezTo>
                  <a:pt x="92604" y="32370"/>
                  <a:pt x="98516" y="26458"/>
                  <a:pt x="105833" y="26458"/>
                </a:cubicBezTo>
                <a:lnTo>
                  <a:pt x="198438" y="26458"/>
                </a:lnTo>
                <a:cubicBezTo>
                  <a:pt x="205755" y="26458"/>
                  <a:pt x="211667" y="32370"/>
                  <a:pt x="211667" y="39688"/>
                </a:cubicBezTo>
                <a:cubicBezTo>
                  <a:pt x="211667" y="47005"/>
                  <a:pt x="205755" y="52917"/>
                  <a:pt x="198438" y="52917"/>
                </a:cubicBezTo>
                <a:lnTo>
                  <a:pt x="105833" y="52917"/>
                </a:lnTo>
                <a:cubicBezTo>
                  <a:pt x="98516" y="52917"/>
                  <a:pt x="92604" y="47005"/>
                  <a:pt x="92604" y="39688"/>
                </a:cubicBezTo>
                <a:close/>
                <a:moveTo>
                  <a:pt x="92604" y="105833"/>
                </a:moveTo>
                <a:cubicBezTo>
                  <a:pt x="92604" y="98516"/>
                  <a:pt x="98516" y="92604"/>
                  <a:pt x="105833" y="92604"/>
                </a:cubicBezTo>
                <a:lnTo>
                  <a:pt x="198438" y="92604"/>
                </a:lnTo>
                <a:cubicBezTo>
                  <a:pt x="205755" y="92604"/>
                  <a:pt x="211667" y="98516"/>
                  <a:pt x="211667" y="105833"/>
                </a:cubicBezTo>
                <a:cubicBezTo>
                  <a:pt x="211667" y="113151"/>
                  <a:pt x="205755" y="119063"/>
                  <a:pt x="198438" y="119063"/>
                </a:cubicBezTo>
                <a:lnTo>
                  <a:pt x="105833" y="119063"/>
                </a:lnTo>
                <a:cubicBezTo>
                  <a:pt x="98516" y="119063"/>
                  <a:pt x="92604" y="113151"/>
                  <a:pt x="92604" y="105833"/>
                </a:cubicBezTo>
                <a:close/>
                <a:moveTo>
                  <a:pt x="66146" y="171979"/>
                </a:moveTo>
                <a:cubicBezTo>
                  <a:pt x="66146" y="164662"/>
                  <a:pt x="72058" y="158750"/>
                  <a:pt x="79375" y="158750"/>
                </a:cubicBezTo>
                <a:lnTo>
                  <a:pt x="198438" y="158750"/>
                </a:lnTo>
                <a:cubicBezTo>
                  <a:pt x="205755" y="158750"/>
                  <a:pt x="211667" y="164662"/>
                  <a:pt x="211667" y="171979"/>
                </a:cubicBezTo>
                <a:cubicBezTo>
                  <a:pt x="211667" y="179297"/>
                  <a:pt x="205755" y="185208"/>
                  <a:pt x="198438" y="185208"/>
                </a:cubicBezTo>
                <a:lnTo>
                  <a:pt x="79375" y="185208"/>
                </a:lnTo>
                <a:cubicBezTo>
                  <a:pt x="72058" y="185208"/>
                  <a:pt x="66146" y="179297"/>
                  <a:pt x="66146" y="171979"/>
                </a:cubicBezTo>
                <a:close/>
                <a:moveTo>
                  <a:pt x="26458" y="155443"/>
                </a:moveTo>
                <a:cubicBezTo>
                  <a:pt x="35585" y="155443"/>
                  <a:pt x="42995" y="162852"/>
                  <a:pt x="42995" y="171979"/>
                </a:cubicBezTo>
                <a:cubicBezTo>
                  <a:pt x="42995" y="181106"/>
                  <a:pt x="35585" y="188516"/>
                  <a:pt x="26458" y="188516"/>
                </a:cubicBezTo>
                <a:cubicBezTo>
                  <a:pt x="17332" y="188516"/>
                  <a:pt x="9922" y="181106"/>
                  <a:pt x="9922" y="171979"/>
                </a:cubicBezTo>
                <a:cubicBezTo>
                  <a:pt x="9922" y="162852"/>
                  <a:pt x="17332" y="155443"/>
                  <a:pt x="26458" y="155443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44" name="Text 41"/>
          <p:cNvSpPr/>
          <p:nvPr/>
        </p:nvSpPr>
        <p:spPr>
          <a:xfrm>
            <a:off x="9048750" y="4910667"/>
            <a:ext cx="931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工作流集成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657167" y="5249333"/>
            <a:ext cx="6868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集成任务、日历等多种应用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44417" y="6021917"/>
            <a:ext cx="7577667" cy="1428750"/>
          </a:xfrm>
          <a:custGeom>
            <a:avLst/>
            <a:gdLst/>
            <a:ahLst/>
            <a:cxnLst/>
            <a:rect l="l" t="t" r="r" b="b"/>
            <a:pathLst>
              <a:path w="7577667" h="1428750">
                <a:moveTo>
                  <a:pt x="127002" y="0"/>
                </a:moveTo>
                <a:lnTo>
                  <a:pt x="7450665" y="0"/>
                </a:lnTo>
                <a:cubicBezTo>
                  <a:pt x="7520806" y="0"/>
                  <a:pt x="7577667" y="56861"/>
                  <a:pt x="7577667" y="127002"/>
                </a:cubicBezTo>
                <a:lnTo>
                  <a:pt x="7577667" y="1301748"/>
                </a:lnTo>
                <a:cubicBezTo>
                  <a:pt x="7577667" y="1371889"/>
                  <a:pt x="7520806" y="1428750"/>
                  <a:pt x="7450665" y="1428750"/>
                </a:cubicBezTo>
                <a:lnTo>
                  <a:pt x="127002" y="1428750"/>
                </a:lnTo>
                <a:cubicBezTo>
                  <a:pt x="56861" y="1428750"/>
                  <a:pt x="0" y="1371889"/>
                  <a:pt x="0" y="1301748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20000"/>
                </a:srgbClr>
              </a:gs>
              <a:gs pos="100000">
                <a:srgbClr val="4EC3A1">
                  <a:alpha val="10000"/>
                </a:srgbClr>
              </a:gs>
            </a:gsLst>
            <a:lin ang="0" scaled="1"/>
          </a:gradFill>
          <a:ln w="25400">
            <a:solidFill>
              <a:srgbClr val="4EC3A1">
                <a:alpha val="40000"/>
              </a:srgbClr>
            </a:solidFill>
            <a:prstDash val="solid"/>
          </a:ln>
        </p:spPr>
      </p:sp>
      <p:pic>
        <p:nvPicPr>
          <p:cNvPr id="47" name="Image 1" descr="https://kimi-web-img.moonshot.cn/img/www.teams.net.cn/ecc9992db7a989d3d1ac3ab9aa09bf4d2e0a3056.png"/>
          <p:cNvPicPr>
            <a:picLocks noChangeAspect="1"/>
          </p:cNvPicPr>
          <p:nvPr/>
        </p:nvPicPr>
        <p:blipFill>
          <a:blip r:embed="rId2">
            <a:alphaModFix amt="90000"/>
          </a:blip>
          <a:srcRect l="142" r="142"/>
          <a:stretch>
            <a:fillRect/>
          </a:stretch>
        </p:blipFill>
        <p:spPr>
          <a:xfrm>
            <a:off x="8466667" y="6244167"/>
            <a:ext cx="2032000" cy="984250"/>
          </a:xfrm>
          <a:prstGeom prst="roundRect">
            <a:avLst>
              <a:gd name="adj" fmla="val 8602"/>
            </a:avLst>
          </a:prstGeom>
        </p:spPr>
      </p:pic>
      <p:sp>
        <p:nvSpPr>
          <p:cNvPr id="48" name="Text 44"/>
          <p:cNvSpPr/>
          <p:nvPr/>
        </p:nvSpPr>
        <p:spPr>
          <a:xfrm>
            <a:off x="10668000" y="6269188"/>
            <a:ext cx="5037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Microsoft 365生态系统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10668000" y="6650188"/>
            <a:ext cx="5016500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OneDrive存储文件，Teams连接团队，Office应用处理内容，</a:t>
            </a:r>
            <a:r>
              <a:rPr lang="en-US" sz="133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无缝集成</a:t>
            </a:r>
            <a:r>
              <a:rPr lang="en-US" sz="1335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构建完整协作生态。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813" y="498095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135847" y="0"/>
                </a:moveTo>
                <a:lnTo>
                  <a:pt x="498092" y="0"/>
                </a:lnTo>
                <a:cubicBezTo>
                  <a:pt x="573118" y="0"/>
                  <a:pt x="633939" y="60821"/>
                  <a:pt x="633939" y="135847"/>
                </a:cubicBezTo>
                <a:lnTo>
                  <a:pt x="633939" y="498092"/>
                </a:lnTo>
                <a:cubicBezTo>
                  <a:pt x="633939" y="573118"/>
                  <a:pt x="573118" y="633939"/>
                  <a:pt x="498092" y="633939"/>
                </a:cubicBezTo>
                <a:lnTo>
                  <a:pt x="135847" y="633939"/>
                </a:lnTo>
                <a:cubicBezTo>
                  <a:pt x="60821" y="633939"/>
                  <a:pt x="0" y="573118"/>
                  <a:pt x="0" y="498092"/>
                </a:cubicBezTo>
                <a:lnTo>
                  <a:pt x="0" y="135847"/>
                </a:lnTo>
                <a:cubicBezTo>
                  <a:pt x="0" y="60871"/>
                  <a:pt x="60871" y="0"/>
                  <a:pt x="135847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" name="Text 1"/>
          <p:cNvSpPr/>
          <p:nvPr/>
        </p:nvSpPr>
        <p:spPr>
          <a:xfrm>
            <a:off x="638656" y="633939"/>
            <a:ext cx="396212" cy="362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0" b="1" dirty="0">
                <a:solidFill>
                  <a:srgbClr val="FFFFF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7877" y="452813"/>
            <a:ext cx="14614552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kern="0" spc="250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7877" y="724501"/>
            <a:ext cx="14739075" cy="452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总结与核心技巧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4134" y="1369760"/>
            <a:ext cx="7561983" cy="3690429"/>
          </a:xfrm>
          <a:custGeom>
            <a:avLst/>
            <a:gdLst/>
            <a:ahLst/>
            <a:cxnLst/>
            <a:rect l="l" t="t" r="r" b="b"/>
            <a:pathLst>
              <a:path w="7561983" h="3690429">
                <a:moveTo>
                  <a:pt x="135845" y="0"/>
                </a:moveTo>
                <a:lnTo>
                  <a:pt x="7426139" y="0"/>
                </a:lnTo>
                <a:cubicBezTo>
                  <a:pt x="7501164" y="0"/>
                  <a:pt x="7561983" y="60820"/>
                  <a:pt x="7561983" y="135845"/>
                </a:cubicBezTo>
                <a:lnTo>
                  <a:pt x="7561983" y="3554584"/>
                </a:lnTo>
                <a:cubicBezTo>
                  <a:pt x="7561983" y="3629609"/>
                  <a:pt x="7501164" y="3690429"/>
                  <a:pt x="7426139" y="3690429"/>
                </a:cubicBezTo>
                <a:lnTo>
                  <a:pt x="135845" y="3690429"/>
                </a:lnTo>
                <a:cubicBezTo>
                  <a:pt x="60820" y="3690429"/>
                  <a:pt x="0" y="3629609"/>
                  <a:pt x="0" y="3554584"/>
                </a:cubicBezTo>
                <a:lnTo>
                  <a:pt x="0" y="135845"/>
                </a:lnTo>
                <a:cubicBezTo>
                  <a:pt x="0" y="60820"/>
                  <a:pt x="60820" y="0"/>
                  <a:pt x="135845" y="0"/>
                </a:cubicBez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20000"/>
                </a:srgbClr>
              </a:gs>
              <a:gs pos="100000">
                <a:srgbClr val="4EC3A1">
                  <a:alpha val="10000"/>
                </a:srgbClr>
              </a:gs>
            </a:gsLst>
            <a:lin ang="2700000" scaled="1"/>
          </a:gradFill>
          <a:ln w="25400">
            <a:solidFill>
              <a:srgbClr val="3E8AC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861" y="1607487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90564" y="0"/>
                </a:moveTo>
                <a:lnTo>
                  <a:pt x="452812" y="0"/>
                </a:lnTo>
                <a:cubicBezTo>
                  <a:pt x="502829" y="0"/>
                  <a:pt x="543376" y="40547"/>
                  <a:pt x="543376" y="90564"/>
                </a:cubicBezTo>
                <a:lnTo>
                  <a:pt x="543376" y="452812"/>
                </a:lnTo>
                <a:cubicBezTo>
                  <a:pt x="543376" y="502829"/>
                  <a:pt x="502829" y="543376"/>
                  <a:pt x="452812" y="543376"/>
                </a:cubicBezTo>
                <a:lnTo>
                  <a:pt x="90564" y="543376"/>
                </a:lnTo>
                <a:cubicBezTo>
                  <a:pt x="40547" y="543376"/>
                  <a:pt x="0" y="502829"/>
                  <a:pt x="0" y="452812"/>
                </a:cubicBezTo>
                <a:lnTo>
                  <a:pt x="0" y="90564"/>
                </a:lnTo>
                <a:cubicBezTo>
                  <a:pt x="0" y="40581"/>
                  <a:pt x="40581" y="0"/>
                  <a:pt x="90564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8" name="Shape 6"/>
          <p:cNvSpPr/>
          <p:nvPr/>
        </p:nvSpPr>
        <p:spPr>
          <a:xfrm>
            <a:off x="837705" y="1743331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3677" y="29716"/>
                </a:moveTo>
                <a:cubicBezTo>
                  <a:pt x="63677" y="13319"/>
                  <a:pt x="76996" y="0"/>
                  <a:pt x="93393" y="0"/>
                </a:cubicBezTo>
                <a:lnTo>
                  <a:pt x="106128" y="0"/>
                </a:lnTo>
                <a:cubicBezTo>
                  <a:pt x="115520" y="0"/>
                  <a:pt x="123109" y="7588"/>
                  <a:pt x="123109" y="16981"/>
                </a:cubicBezTo>
                <a:lnTo>
                  <a:pt x="123109" y="254708"/>
                </a:lnTo>
                <a:cubicBezTo>
                  <a:pt x="123109" y="264100"/>
                  <a:pt x="115520" y="271688"/>
                  <a:pt x="106128" y="271688"/>
                </a:cubicBezTo>
                <a:lnTo>
                  <a:pt x="89148" y="271688"/>
                </a:lnTo>
                <a:cubicBezTo>
                  <a:pt x="73335" y="271688"/>
                  <a:pt x="60015" y="260863"/>
                  <a:pt x="56248" y="246217"/>
                </a:cubicBezTo>
                <a:cubicBezTo>
                  <a:pt x="55876" y="246217"/>
                  <a:pt x="55558" y="246217"/>
                  <a:pt x="55187" y="246217"/>
                </a:cubicBezTo>
                <a:cubicBezTo>
                  <a:pt x="31732" y="246217"/>
                  <a:pt x="12735" y="227220"/>
                  <a:pt x="12735" y="203766"/>
                </a:cubicBezTo>
                <a:cubicBezTo>
                  <a:pt x="12735" y="194214"/>
                  <a:pt x="15919" y="185406"/>
                  <a:pt x="21226" y="178295"/>
                </a:cubicBezTo>
                <a:cubicBezTo>
                  <a:pt x="10931" y="170548"/>
                  <a:pt x="4245" y="158237"/>
                  <a:pt x="4245" y="144334"/>
                </a:cubicBezTo>
                <a:cubicBezTo>
                  <a:pt x="4245" y="127937"/>
                  <a:pt x="13584" y="113663"/>
                  <a:pt x="27169" y="106606"/>
                </a:cubicBezTo>
                <a:cubicBezTo>
                  <a:pt x="23401" y="100238"/>
                  <a:pt x="21226" y="92809"/>
                  <a:pt x="21226" y="84903"/>
                </a:cubicBezTo>
                <a:cubicBezTo>
                  <a:pt x="21226" y="61448"/>
                  <a:pt x="40223" y="42451"/>
                  <a:pt x="63677" y="42451"/>
                </a:cubicBezTo>
                <a:lnTo>
                  <a:pt x="63677" y="29716"/>
                </a:lnTo>
                <a:close/>
                <a:moveTo>
                  <a:pt x="208011" y="29716"/>
                </a:moveTo>
                <a:lnTo>
                  <a:pt x="208011" y="42451"/>
                </a:lnTo>
                <a:cubicBezTo>
                  <a:pt x="231465" y="42451"/>
                  <a:pt x="250462" y="61448"/>
                  <a:pt x="250462" y="84903"/>
                </a:cubicBezTo>
                <a:cubicBezTo>
                  <a:pt x="250462" y="92862"/>
                  <a:pt x="248287" y="100291"/>
                  <a:pt x="244519" y="106606"/>
                </a:cubicBezTo>
                <a:cubicBezTo>
                  <a:pt x="258157" y="113663"/>
                  <a:pt x="267443" y="127884"/>
                  <a:pt x="267443" y="144334"/>
                </a:cubicBezTo>
                <a:cubicBezTo>
                  <a:pt x="267443" y="158237"/>
                  <a:pt x="260757" y="170548"/>
                  <a:pt x="250462" y="178295"/>
                </a:cubicBezTo>
                <a:cubicBezTo>
                  <a:pt x="255769" y="185406"/>
                  <a:pt x="258953" y="194214"/>
                  <a:pt x="258953" y="203766"/>
                </a:cubicBezTo>
                <a:cubicBezTo>
                  <a:pt x="258953" y="227220"/>
                  <a:pt x="239956" y="246217"/>
                  <a:pt x="216501" y="246217"/>
                </a:cubicBezTo>
                <a:cubicBezTo>
                  <a:pt x="216130" y="246217"/>
                  <a:pt x="215812" y="246217"/>
                  <a:pt x="215440" y="246217"/>
                </a:cubicBezTo>
                <a:cubicBezTo>
                  <a:pt x="211673" y="260863"/>
                  <a:pt x="198353" y="271688"/>
                  <a:pt x="182540" y="271688"/>
                </a:cubicBezTo>
                <a:lnTo>
                  <a:pt x="165560" y="271688"/>
                </a:lnTo>
                <a:cubicBezTo>
                  <a:pt x="156168" y="271688"/>
                  <a:pt x="148579" y="264100"/>
                  <a:pt x="148579" y="254708"/>
                </a:cubicBezTo>
                <a:lnTo>
                  <a:pt x="148579" y="16981"/>
                </a:lnTo>
                <a:cubicBezTo>
                  <a:pt x="148579" y="7588"/>
                  <a:pt x="156168" y="0"/>
                  <a:pt x="165560" y="0"/>
                </a:cubicBezTo>
                <a:lnTo>
                  <a:pt x="178295" y="0"/>
                </a:lnTo>
                <a:cubicBezTo>
                  <a:pt x="194692" y="0"/>
                  <a:pt x="208011" y="13319"/>
                  <a:pt x="208011" y="297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381081" y="1698050"/>
            <a:ext cx="1007510" cy="362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思维转变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861" y="2331989"/>
            <a:ext cx="7086529" cy="815064"/>
          </a:xfrm>
          <a:custGeom>
            <a:avLst/>
            <a:gdLst/>
            <a:ahLst/>
            <a:cxnLst/>
            <a:rect l="l" t="t" r="r" b="b"/>
            <a:pathLst>
              <a:path w="7086529" h="815064">
                <a:moveTo>
                  <a:pt x="90562" y="0"/>
                </a:moveTo>
                <a:lnTo>
                  <a:pt x="6995967" y="0"/>
                </a:lnTo>
                <a:cubicBezTo>
                  <a:pt x="7045950" y="0"/>
                  <a:pt x="7086529" y="40579"/>
                  <a:pt x="7086529" y="90562"/>
                </a:cubicBezTo>
                <a:lnTo>
                  <a:pt x="7086529" y="724502"/>
                </a:lnTo>
                <a:cubicBezTo>
                  <a:pt x="7086529" y="774485"/>
                  <a:pt x="7045950" y="815064"/>
                  <a:pt x="6995967" y="815064"/>
                </a:cubicBezTo>
                <a:lnTo>
                  <a:pt x="90562" y="815064"/>
                </a:lnTo>
                <a:cubicBezTo>
                  <a:pt x="40579" y="815064"/>
                  <a:pt x="0" y="774485"/>
                  <a:pt x="0" y="724502"/>
                </a:cubicBezTo>
                <a:lnTo>
                  <a:pt x="0" y="90562"/>
                </a:lnTo>
                <a:cubicBezTo>
                  <a:pt x="0" y="40579"/>
                  <a:pt x="40579" y="0"/>
                  <a:pt x="905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66006" y="2513114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22250" y="123197"/>
                </a:moveTo>
                <a:cubicBezTo>
                  <a:pt x="227778" y="117670"/>
                  <a:pt x="227778" y="108693"/>
                  <a:pt x="222250" y="103165"/>
                </a:cubicBezTo>
                <a:lnTo>
                  <a:pt x="151498" y="32413"/>
                </a:lnTo>
                <a:cubicBezTo>
                  <a:pt x="145970" y="26886"/>
                  <a:pt x="136994" y="26886"/>
                  <a:pt x="131466" y="32413"/>
                </a:cubicBezTo>
                <a:cubicBezTo>
                  <a:pt x="125939" y="37941"/>
                  <a:pt x="125939" y="46917"/>
                  <a:pt x="131466" y="52445"/>
                </a:cubicBezTo>
                <a:lnTo>
                  <a:pt x="178074" y="99053"/>
                </a:lnTo>
                <a:lnTo>
                  <a:pt x="14150" y="99053"/>
                </a:lnTo>
                <a:cubicBezTo>
                  <a:pt x="6323" y="99053"/>
                  <a:pt x="0" y="105376"/>
                  <a:pt x="0" y="113203"/>
                </a:cubicBezTo>
                <a:cubicBezTo>
                  <a:pt x="0" y="121030"/>
                  <a:pt x="6323" y="127354"/>
                  <a:pt x="14150" y="127354"/>
                </a:cubicBezTo>
                <a:lnTo>
                  <a:pt x="178074" y="127354"/>
                </a:lnTo>
                <a:lnTo>
                  <a:pt x="131466" y="173962"/>
                </a:lnTo>
                <a:cubicBezTo>
                  <a:pt x="125939" y="179489"/>
                  <a:pt x="125939" y="188466"/>
                  <a:pt x="131466" y="193993"/>
                </a:cubicBezTo>
                <a:cubicBezTo>
                  <a:pt x="136994" y="199521"/>
                  <a:pt x="145970" y="199521"/>
                  <a:pt x="151498" y="193993"/>
                </a:cubicBezTo>
                <a:lnTo>
                  <a:pt x="222250" y="123241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2" name="Text 10"/>
          <p:cNvSpPr/>
          <p:nvPr/>
        </p:nvSpPr>
        <p:spPr>
          <a:xfrm>
            <a:off x="1256557" y="2467833"/>
            <a:ext cx="2320669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从"本地文件"到"云链接共享"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6557" y="2784802"/>
            <a:ext cx="2309348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告别附件往返，拥抱链接协作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861" y="3282897"/>
            <a:ext cx="7086529" cy="815064"/>
          </a:xfrm>
          <a:custGeom>
            <a:avLst/>
            <a:gdLst/>
            <a:ahLst/>
            <a:cxnLst/>
            <a:rect l="l" t="t" r="r" b="b"/>
            <a:pathLst>
              <a:path w="7086529" h="815064">
                <a:moveTo>
                  <a:pt x="90562" y="0"/>
                </a:moveTo>
                <a:lnTo>
                  <a:pt x="6995967" y="0"/>
                </a:lnTo>
                <a:cubicBezTo>
                  <a:pt x="7045950" y="0"/>
                  <a:pt x="7086529" y="40579"/>
                  <a:pt x="7086529" y="90562"/>
                </a:cubicBezTo>
                <a:lnTo>
                  <a:pt x="7086529" y="724502"/>
                </a:lnTo>
                <a:cubicBezTo>
                  <a:pt x="7086529" y="774485"/>
                  <a:pt x="7045950" y="815064"/>
                  <a:pt x="6995967" y="815064"/>
                </a:cubicBezTo>
                <a:lnTo>
                  <a:pt x="90562" y="815064"/>
                </a:lnTo>
                <a:cubicBezTo>
                  <a:pt x="40579" y="815064"/>
                  <a:pt x="0" y="774485"/>
                  <a:pt x="0" y="724502"/>
                </a:cubicBezTo>
                <a:lnTo>
                  <a:pt x="0" y="90562"/>
                </a:lnTo>
                <a:cubicBezTo>
                  <a:pt x="0" y="40579"/>
                  <a:pt x="40579" y="0"/>
                  <a:pt x="905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66006" y="3464022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22250" y="123197"/>
                </a:moveTo>
                <a:cubicBezTo>
                  <a:pt x="227778" y="117670"/>
                  <a:pt x="227778" y="108693"/>
                  <a:pt x="222250" y="103165"/>
                </a:cubicBezTo>
                <a:lnTo>
                  <a:pt x="151498" y="32413"/>
                </a:lnTo>
                <a:cubicBezTo>
                  <a:pt x="145970" y="26886"/>
                  <a:pt x="136994" y="26886"/>
                  <a:pt x="131466" y="32413"/>
                </a:cubicBezTo>
                <a:cubicBezTo>
                  <a:pt x="125939" y="37941"/>
                  <a:pt x="125939" y="46917"/>
                  <a:pt x="131466" y="52445"/>
                </a:cubicBezTo>
                <a:lnTo>
                  <a:pt x="178074" y="99053"/>
                </a:lnTo>
                <a:lnTo>
                  <a:pt x="14150" y="99053"/>
                </a:lnTo>
                <a:cubicBezTo>
                  <a:pt x="6323" y="99053"/>
                  <a:pt x="0" y="105376"/>
                  <a:pt x="0" y="113203"/>
                </a:cubicBezTo>
                <a:cubicBezTo>
                  <a:pt x="0" y="121030"/>
                  <a:pt x="6323" y="127354"/>
                  <a:pt x="14150" y="127354"/>
                </a:cubicBezTo>
                <a:lnTo>
                  <a:pt x="178074" y="127354"/>
                </a:lnTo>
                <a:lnTo>
                  <a:pt x="131466" y="173962"/>
                </a:lnTo>
                <a:cubicBezTo>
                  <a:pt x="125939" y="179489"/>
                  <a:pt x="125939" y="188466"/>
                  <a:pt x="131466" y="193993"/>
                </a:cubicBezTo>
                <a:cubicBezTo>
                  <a:pt x="136994" y="199521"/>
                  <a:pt x="145970" y="199521"/>
                  <a:pt x="151498" y="193993"/>
                </a:cubicBezTo>
                <a:lnTo>
                  <a:pt x="222250" y="123241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16" name="Text 14"/>
          <p:cNvSpPr/>
          <p:nvPr/>
        </p:nvSpPr>
        <p:spPr>
          <a:xfrm>
            <a:off x="1256557" y="3418741"/>
            <a:ext cx="2150864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从"单人工作"到"邀请协作"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6557" y="3735710"/>
            <a:ext cx="2139543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主动邀请团队，实时共同编辑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32359" y="1369760"/>
            <a:ext cx="7561983" cy="3690429"/>
          </a:xfrm>
          <a:custGeom>
            <a:avLst/>
            <a:gdLst/>
            <a:ahLst/>
            <a:cxnLst/>
            <a:rect l="l" t="t" r="r" b="b"/>
            <a:pathLst>
              <a:path w="7561983" h="3690429">
                <a:moveTo>
                  <a:pt x="135845" y="0"/>
                </a:moveTo>
                <a:lnTo>
                  <a:pt x="7426139" y="0"/>
                </a:lnTo>
                <a:cubicBezTo>
                  <a:pt x="7501164" y="0"/>
                  <a:pt x="7561983" y="60820"/>
                  <a:pt x="7561983" y="135845"/>
                </a:cubicBezTo>
                <a:lnTo>
                  <a:pt x="7561983" y="3554584"/>
                </a:lnTo>
                <a:cubicBezTo>
                  <a:pt x="7561983" y="3629609"/>
                  <a:pt x="7501164" y="3690429"/>
                  <a:pt x="7426139" y="3690429"/>
                </a:cubicBezTo>
                <a:lnTo>
                  <a:pt x="135845" y="3690429"/>
                </a:lnTo>
                <a:cubicBezTo>
                  <a:pt x="60820" y="3690429"/>
                  <a:pt x="0" y="3629609"/>
                  <a:pt x="0" y="3554584"/>
                </a:cubicBezTo>
                <a:lnTo>
                  <a:pt x="0" y="135845"/>
                </a:lnTo>
                <a:cubicBezTo>
                  <a:pt x="0" y="60820"/>
                  <a:pt x="60820" y="0"/>
                  <a:pt x="135845" y="0"/>
                </a:cubicBezTo>
                <a:close/>
              </a:path>
            </a:pathLst>
          </a:custGeom>
          <a:solidFill>
            <a:srgbClr val="2A2F35"/>
          </a:solidFill>
          <a:ln w="25400">
            <a:solidFill>
              <a:srgbClr val="4EC3A1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0086" y="1607487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90564" y="0"/>
                </a:moveTo>
                <a:lnTo>
                  <a:pt x="452812" y="0"/>
                </a:lnTo>
                <a:cubicBezTo>
                  <a:pt x="502829" y="0"/>
                  <a:pt x="543376" y="40547"/>
                  <a:pt x="543376" y="90564"/>
                </a:cubicBezTo>
                <a:lnTo>
                  <a:pt x="543376" y="452812"/>
                </a:lnTo>
                <a:cubicBezTo>
                  <a:pt x="543376" y="502829"/>
                  <a:pt x="502829" y="543376"/>
                  <a:pt x="452812" y="543376"/>
                </a:cubicBezTo>
                <a:lnTo>
                  <a:pt x="90564" y="543376"/>
                </a:lnTo>
                <a:cubicBezTo>
                  <a:pt x="40547" y="543376"/>
                  <a:pt x="0" y="502829"/>
                  <a:pt x="0" y="452812"/>
                </a:cubicBezTo>
                <a:lnTo>
                  <a:pt x="0" y="90564"/>
                </a:lnTo>
                <a:cubicBezTo>
                  <a:pt x="0" y="40581"/>
                  <a:pt x="40581" y="0"/>
                  <a:pt x="90564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0" name="Shape 18"/>
          <p:cNvSpPr/>
          <p:nvPr/>
        </p:nvSpPr>
        <p:spPr>
          <a:xfrm>
            <a:off x="8605930" y="1743331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169805"/>
                </a:moveTo>
                <a:lnTo>
                  <a:pt x="13001" y="169805"/>
                </a:lnTo>
                <a:cubicBezTo>
                  <a:pt x="-212" y="169805"/>
                  <a:pt x="-8331" y="155425"/>
                  <a:pt x="-1539" y="144069"/>
                </a:cubicBezTo>
                <a:lnTo>
                  <a:pt x="26532" y="97266"/>
                </a:lnTo>
                <a:cubicBezTo>
                  <a:pt x="31149" y="89572"/>
                  <a:pt x="39427" y="84903"/>
                  <a:pt x="48394" y="84903"/>
                </a:cubicBezTo>
                <a:lnTo>
                  <a:pt x="98805" y="84903"/>
                </a:lnTo>
                <a:cubicBezTo>
                  <a:pt x="139187" y="16503"/>
                  <a:pt x="199415" y="13054"/>
                  <a:pt x="239690" y="18944"/>
                </a:cubicBezTo>
                <a:cubicBezTo>
                  <a:pt x="246483" y="19952"/>
                  <a:pt x="251789" y="25258"/>
                  <a:pt x="252744" y="31998"/>
                </a:cubicBezTo>
                <a:cubicBezTo>
                  <a:pt x="258634" y="72273"/>
                  <a:pt x="255185" y="132501"/>
                  <a:pt x="186786" y="172883"/>
                </a:cubicBezTo>
                <a:lnTo>
                  <a:pt x="186786" y="223294"/>
                </a:lnTo>
                <a:cubicBezTo>
                  <a:pt x="186786" y="232261"/>
                  <a:pt x="182116" y="240539"/>
                  <a:pt x="174422" y="245156"/>
                </a:cubicBezTo>
                <a:lnTo>
                  <a:pt x="127619" y="273227"/>
                </a:lnTo>
                <a:cubicBezTo>
                  <a:pt x="116316" y="280019"/>
                  <a:pt x="101883" y="271847"/>
                  <a:pt x="101883" y="258687"/>
                </a:cubicBezTo>
                <a:lnTo>
                  <a:pt x="101883" y="203766"/>
                </a:lnTo>
                <a:cubicBezTo>
                  <a:pt x="101883" y="185034"/>
                  <a:pt x="86654" y="169805"/>
                  <a:pt x="67922" y="169805"/>
                </a:cubicBezTo>
                <a:lnTo>
                  <a:pt x="67869" y="169805"/>
                </a:lnTo>
                <a:close/>
                <a:moveTo>
                  <a:pt x="212256" y="84903"/>
                </a:moveTo>
                <a:cubicBezTo>
                  <a:pt x="212256" y="70845"/>
                  <a:pt x="200843" y="59432"/>
                  <a:pt x="186786" y="59432"/>
                </a:cubicBezTo>
                <a:cubicBezTo>
                  <a:pt x="172728" y="59432"/>
                  <a:pt x="161315" y="70845"/>
                  <a:pt x="161315" y="84903"/>
                </a:cubicBezTo>
                <a:cubicBezTo>
                  <a:pt x="161315" y="98960"/>
                  <a:pt x="172728" y="110373"/>
                  <a:pt x="186786" y="110373"/>
                </a:cubicBezTo>
                <a:cubicBezTo>
                  <a:pt x="200843" y="110373"/>
                  <a:pt x="212256" y="98960"/>
                  <a:pt x="212256" y="8490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149306" y="1698050"/>
            <a:ext cx="2094262" cy="362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必须掌握的三个习惯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70086" y="2331989"/>
            <a:ext cx="7086529" cy="769783"/>
          </a:xfrm>
          <a:custGeom>
            <a:avLst/>
            <a:gdLst/>
            <a:ahLst/>
            <a:cxnLst/>
            <a:rect l="l" t="t" r="r" b="b"/>
            <a:pathLst>
              <a:path w="7086529" h="769783">
                <a:moveTo>
                  <a:pt x="90565" y="0"/>
                </a:moveTo>
                <a:lnTo>
                  <a:pt x="6995964" y="0"/>
                </a:lnTo>
                <a:cubicBezTo>
                  <a:pt x="7045982" y="0"/>
                  <a:pt x="7086529" y="40547"/>
                  <a:pt x="7086529" y="90565"/>
                </a:cubicBezTo>
                <a:lnTo>
                  <a:pt x="7086529" y="679218"/>
                </a:lnTo>
                <a:cubicBezTo>
                  <a:pt x="7086529" y="729235"/>
                  <a:pt x="7045982" y="769783"/>
                  <a:pt x="6995964" y="769783"/>
                </a:cubicBezTo>
                <a:lnTo>
                  <a:pt x="90565" y="769783"/>
                </a:lnTo>
                <a:cubicBezTo>
                  <a:pt x="40547" y="769783"/>
                  <a:pt x="0" y="729235"/>
                  <a:pt x="0" y="679218"/>
                </a:cubicBezTo>
                <a:lnTo>
                  <a:pt x="0" y="90565"/>
                </a:lnTo>
                <a:cubicBezTo>
                  <a:pt x="0" y="40581"/>
                  <a:pt x="40581" y="0"/>
                  <a:pt x="90565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3" name="Shape 21"/>
          <p:cNvSpPr/>
          <p:nvPr/>
        </p:nvSpPr>
        <p:spPr>
          <a:xfrm>
            <a:off x="8605930" y="2490474"/>
            <a:ext cx="316969" cy="316969"/>
          </a:xfrm>
          <a:custGeom>
            <a:avLst/>
            <a:gdLst/>
            <a:ahLst/>
            <a:cxnLst/>
            <a:rect l="l" t="t" r="r" b="b"/>
            <a:pathLst>
              <a:path w="316969" h="316969">
                <a:moveTo>
                  <a:pt x="158485" y="0"/>
                </a:moveTo>
                <a:lnTo>
                  <a:pt x="158485" y="0"/>
                </a:lnTo>
                <a:cubicBezTo>
                  <a:pt x="245955" y="0"/>
                  <a:pt x="316969" y="71015"/>
                  <a:pt x="316969" y="158485"/>
                </a:cubicBezTo>
                <a:lnTo>
                  <a:pt x="316969" y="158485"/>
                </a:lnTo>
                <a:cubicBezTo>
                  <a:pt x="316969" y="245955"/>
                  <a:pt x="245955" y="316969"/>
                  <a:pt x="158485" y="316969"/>
                </a:cubicBezTo>
                <a:lnTo>
                  <a:pt x="158485" y="316969"/>
                </a:lnTo>
                <a:cubicBezTo>
                  <a:pt x="71015" y="316969"/>
                  <a:pt x="0" y="245955"/>
                  <a:pt x="0" y="158485"/>
                </a:cubicBezTo>
                <a:lnTo>
                  <a:pt x="0" y="158485"/>
                </a:lnTo>
                <a:cubicBezTo>
                  <a:pt x="0" y="71015"/>
                  <a:pt x="71015" y="0"/>
                  <a:pt x="158485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24" name="Text 22"/>
          <p:cNvSpPr/>
          <p:nvPr/>
        </p:nvSpPr>
        <p:spPr>
          <a:xfrm>
            <a:off x="8733167" y="2535755"/>
            <a:ext cx="147164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8744" y="2467833"/>
            <a:ext cx="2365950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随时保存 = 自动保存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8744" y="2739521"/>
            <a:ext cx="2354630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确保文件在OneDrive，实时保存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70086" y="3192334"/>
            <a:ext cx="7086529" cy="769783"/>
          </a:xfrm>
          <a:custGeom>
            <a:avLst/>
            <a:gdLst/>
            <a:ahLst/>
            <a:cxnLst/>
            <a:rect l="l" t="t" r="r" b="b"/>
            <a:pathLst>
              <a:path w="7086529" h="769783">
                <a:moveTo>
                  <a:pt x="90565" y="0"/>
                </a:moveTo>
                <a:lnTo>
                  <a:pt x="6995964" y="0"/>
                </a:lnTo>
                <a:cubicBezTo>
                  <a:pt x="7045982" y="0"/>
                  <a:pt x="7086529" y="40547"/>
                  <a:pt x="7086529" y="90565"/>
                </a:cubicBezTo>
                <a:lnTo>
                  <a:pt x="7086529" y="679218"/>
                </a:lnTo>
                <a:cubicBezTo>
                  <a:pt x="7086529" y="729235"/>
                  <a:pt x="7045982" y="769783"/>
                  <a:pt x="6995964" y="769783"/>
                </a:cubicBezTo>
                <a:lnTo>
                  <a:pt x="90565" y="769783"/>
                </a:lnTo>
                <a:cubicBezTo>
                  <a:pt x="40547" y="769783"/>
                  <a:pt x="0" y="729235"/>
                  <a:pt x="0" y="679218"/>
                </a:cubicBezTo>
                <a:lnTo>
                  <a:pt x="0" y="90565"/>
                </a:lnTo>
                <a:cubicBezTo>
                  <a:pt x="0" y="40581"/>
                  <a:pt x="40581" y="0"/>
                  <a:pt x="90565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8" name="Shape 26"/>
          <p:cNvSpPr/>
          <p:nvPr/>
        </p:nvSpPr>
        <p:spPr>
          <a:xfrm>
            <a:off x="8605930" y="3350819"/>
            <a:ext cx="316969" cy="316969"/>
          </a:xfrm>
          <a:custGeom>
            <a:avLst/>
            <a:gdLst/>
            <a:ahLst/>
            <a:cxnLst/>
            <a:rect l="l" t="t" r="r" b="b"/>
            <a:pathLst>
              <a:path w="316969" h="316969">
                <a:moveTo>
                  <a:pt x="158485" y="0"/>
                </a:moveTo>
                <a:lnTo>
                  <a:pt x="158485" y="0"/>
                </a:lnTo>
                <a:cubicBezTo>
                  <a:pt x="245955" y="0"/>
                  <a:pt x="316969" y="71015"/>
                  <a:pt x="316969" y="158485"/>
                </a:cubicBezTo>
                <a:lnTo>
                  <a:pt x="316969" y="158485"/>
                </a:lnTo>
                <a:cubicBezTo>
                  <a:pt x="316969" y="245955"/>
                  <a:pt x="245955" y="316969"/>
                  <a:pt x="158485" y="316969"/>
                </a:cubicBezTo>
                <a:lnTo>
                  <a:pt x="158485" y="316969"/>
                </a:lnTo>
                <a:cubicBezTo>
                  <a:pt x="71015" y="316969"/>
                  <a:pt x="0" y="245955"/>
                  <a:pt x="0" y="158485"/>
                </a:cubicBezTo>
                <a:lnTo>
                  <a:pt x="0" y="158485"/>
                </a:lnTo>
                <a:cubicBezTo>
                  <a:pt x="0" y="71015"/>
                  <a:pt x="71015" y="0"/>
                  <a:pt x="158485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29" name="Text 27"/>
          <p:cNvSpPr/>
          <p:nvPr/>
        </p:nvSpPr>
        <p:spPr>
          <a:xfrm>
            <a:off x="8719841" y="3396100"/>
            <a:ext cx="169805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8744" y="3328178"/>
            <a:ext cx="2682919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长文档用"样式"，大数据用"表格"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8744" y="3599866"/>
            <a:ext cx="2671599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规范结构，高效分析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70086" y="4052680"/>
            <a:ext cx="7086529" cy="769783"/>
          </a:xfrm>
          <a:custGeom>
            <a:avLst/>
            <a:gdLst/>
            <a:ahLst/>
            <a:cxnLst/>
            <a:rect l="l" t="t" r="r" b="b"/>
            <a:pathLst>
              <a:path w="7086529" h="769783">
                <a:moveTo>
                  <a:pt x="90565" y="0"/>
                </a:moveTo>
                <a:lnTo>
                  <a:pt x="6995964" y="0"/>
                </a:lnTo>
                <a:cubicBezTo>
                  <a:pt x="7045982" y="0"/>
                  <a:pt x="7086529" y="40547"/>
                  <a:pt x="7086529" y="90565"/>
                </a:cubicBezTo>
                <a:lnTo>
                  <a:pt x="7086529" y="679218"/>
                </a:lnTo>
                <a:cubicBezTo>
                  <a:pt x="7086529" y="729235"/>
                  <a:pt x="7045982" y="769783"/>
                  <a:pt x="6995964" y="769783"/>
                </a:cubicBezTo>
                <a:lnTo>
                  <a:pt x="90565" y="769783"/>
                </a:lnTo>
                <a:cubicBezTo>
                  <a:pt x="40547" y="769783"/>
                  <a:pt x="0" y="729235"/>
                  <a:pt x="0" y="679218"/>
                </a:cubicBezTo>
                <a:lnTo>
                  <a:pt x="0" y="90565"/>
                </a:lnTo>
                <a:cubicBezTo>
                  <a:pt x="0" y="40581"/>
                  <a:pt x="40581" y="0"/>
                  <a:pt x="90565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3" name="Shape 31"/>
          <p:cNvSpPr/>
          <p:nvPr/>
        </p:nvSpPr>
        <p:spPr>
          <a:xfrm>
            <a:off x="8605930" y="4211164"/>
            <a:ext cx="316969" cy="316969"/>
          </a:xfrm>
          <a:custGeom>
            <a:avLst/>
            <a:gdLst/>
            <a:ahLst/>
            <a:cxnLst/>
            <a:rect l="l" t="t" r="r" b="b"/>
            <a:pathLst>
              <a:path w="316969" h="316969">
                <a:moveTo>
                  <a:pt x="158485" y="0"/>
                </a:moveTo>
                <a:lnTo>
                  <a:pt x="158485" y="0"/>
                </a:lnTo>
                <a:cubicBezTo>
                  <a:pt x="245955" y="0"/>
                  <a:pt x="316969" y="71015"/>
                  <a:pt x="316969" y="158485"/>
                </a:cubicBezTo>
                <a:lnTo>
                  <a:pt x="316969" y="158485"/>
                </a:lnTo>
                <a:cubicBezTo>
                  <a:pt x="316969" y="245955"/>
                  <a:pt x="245955" y="316969"/>
                  <a:pt x="158485" y="316969"/>
                </a:cubicBezTo>
                <a:lnTo>
                  <a:pt x="158485" y="316969"/>
                </a:lnTo>
                <a:cubicBezTo>
                  <a:pt x="71015" y="316969"/>
                  <a:pt x="0" y="245955"/>
                  <a:pt x="0" y="158485"/>
                </a:cubicBezTo>
                <a:lnTo>
                  <a:pt x="0" y="158485"/>
                </a:lnTo>
                <a:cubicBezTo>
                  <a:pt x="0" y="71015"/>
                  <a:pt x="71015" y="0"/>
                  <a:pt x="158485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34" name="Text 32"/>
          <p:cNvSpPr/>
          <p:nvPr/>
        </p:nvSpPr>
        <p:spPr>
          <a:xfrm>
            <a:off x="8717719" y="4256446"/>
            <a:ext cx="169805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8744" y="4188524"/>
            <a:ext cx="2150864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分享前用"排练计时"练习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58744" y="4460212"/>
            <a:ext cx="2139543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确保演示流畅，时间把控精准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4134" y="5218674"/>
            <a:ext cx="15327733" cy="2626318"/>
          </a:xfrm>
          <a:custGeom>
            <a:avLst/>
            <a:gdLst/>
            <a:ahLst/>
            <a:cxnLst/>
            <a:rect l="l" t="t" r="r" b="b"/>
            <a:pathLst>
              <a:path w="15327733" h="2626318">
                <a:moveTo>
                  <a:pt x="135833" y="0"/>
                </a:moveTo>
                <a:lnTo>
                  <a:pt x="15191899" y="0"/>
                </a:lnTo>
                <a:cubicBezTo>
                  <a:pt x="15266918" y="0"/>
                  <a:pt x="15327733" y="60815"/>
                  <a:pt x="15327733" y="135833"/>
                </a:cubicBezTo>
                <a:lnTo>
                  <a:pt x="15327733" y="2490484"/>
                </a:lnTo>
                <a:cubicBezTo>
                  <a:pt x="15327733" y="2565503"/>
                  <a:pt x="15266918" y="2626318"/>
                  <a:pt x="15191899" y="2626318"/>
                </a:cubicBezTo>
                <a:lnTo>
                  <a:pt x="135833" y="2626318"/>
                </a:lnTo>
                <a:cubicBezTo>
                  <a:pt x="60815" y="2626318"/>
                  <a:pt x="0" y="2565503"/>
                  <a:pt x="0" y="2490484"/>
                </a:cubicBezTo>
                <a:lnTo>
                  <a:pt x="0" y="135833"/>
                </a:lnTo>
                <a:cubicBezTo>
                  <a:pt x="0" y="60865"/>
                  <a:pt x="60865" y="0"/>
                  <a:pt x="1358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20000"/>
                </a:srgbClr>
              </a:gs>
              <a:gs pos="50000">
                <a:srgbClr val="4EC3A1">
                  <a:alpha val="10000"/>
                </a:srgbClr>
              </a:gs>
              <a:gs pos="100000">
                <a:srgbClr val="6A7B8C">
                  <a:alpha val="10000"/>
                </a:srgbClr>
              </a:gs>
            </a:gsLst>
            <a:lin ang="0" scaled="1"/>
          </a:gradFill>
          <a:ln w="25400">
            <a:solidFill>
              <a:srgbClr val="4EC3A1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1861" y="5456401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90564" y="0"/>
                </a:moveTo>
                <a:lnTo>
                  <a:pt x="452812" y="0"/>
                </a:lnTo>
                <a:cubicBezTo>
                  <a:pt x="502829" y="0"/>
                  <a:pt x="543376" y="40547"/>
                  <a:pt x="543376" y="90564"/>
                </a:cubicBezTo>
                <a:lnTo>
                  <a:pt x="543376" y="452812"/>
                </a:lnTo>
                <a:cubicBezTo>
                  <a:pt x="543376" y="502829"/>
                  <a:pt x="502829" y="543376"/>
                  <a:pt x="452812" y="543376"/>
                </a:cubicBezTo>
                <a:lnTo>
                  <a:pt x="90564" y="543376"/>
                </a:lnTo>
                <a:cubicBezTo>
                  <a:pt x="40547" y="543376"/>
                  <a:pt x="0" y="502829"/>
                  <a:pt x="0" y="452812"/>
                </a:cubicBezTo>
                <a:lnTo>
                  <a:pt x="0" y="90564"/>
                </a:lnTo>
                <a:cubicBezTo>
                  <a:pt x="0" y="40581"/>
                  <a:pt x="40581" y="0"/>
                  <a:pt x="90564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39" name="Shape 37"/>
          <p:cNvSpPr/>
          <p:nvPr/>
        </p:nvSpPr>
        <p:spPr>
          <a:xfrm>
            <a:off x="820724" y="5592245"/>
            <a:ext cx="305649" cy="271688"/>
          </a:xfrm>
          <a:custGeom>
            <a:avLst/>
            <a:gdLst/>
            <a:ahLst/>
            <a:cxnLst/>
            <a:rect l="l" t="t" r="r" b="b"/>
            <a:pathLst>
              <a:path w="305649" h="271688">
                <a:moveTo>
                  <a:pt x="25471" y="103899"/>
                </a:moveTo>
                <a:lnTo>
                  <a:pt x="136481" y="149588"/>
                </a:lnTo>
                <a:cubicBezTo>
                  <a:pt x="141681" y="151710"/>
                  <a:pt x="147200" y="152825"/>
                  <a:pt x="152825" y="152825"/>
                </a:cubicBezTo>
                <a:cubicBezTo>
                  <a:pt x="158449" y="152825"/>
                  <a:pt x="163968" y="151710"/>
                  <a:pt x="169168" y="149588"/>
                </a:cubicBezTo>
                <a:lnTo>
                  <a:pt x="297796" y="96630"/>
                </a:lnTo>
                <a:cubicBezTo>
                  <a:pt x="302571" y="94666"/>
                  <a:pt x="305649" y="90050"/>
                  <a:pt x="305649" y="84903"/>
                </a:cubicBezTo>
                <a:cubicBezTo>
                  <a:pt x="305649" y="79755"/>
                  <a:pt x="302571" y="75139"/>
                  <a:pt x="297796" y="73175"/>
                </a:cubicBezTo>
                <a:lnTo>
                  <a:pt x="169168" y="20217"/>
                </a:lnTo>
                <a:cubicBezTo>
                  <a:pt x="163968" y="18095"/>
                  <a:pt x="158449" y="16981"/>
                  <a:pt x="152825" y="16981"/>
                </a:cubicBezTo>
                <a:cubicBezTo>
                  <a:pt x="147200" y="16981"/>
                  <a:pt x="141681" y="18095"/>
                  <a:pt x="136481" y="20217"/>
                </a:cubicBezTo>
                <a:lnTo>
                  <a:pt x="7853" y="73175"/>
                </a:lnTo>
                <a:cubicBezTo>
                  <a:pt x="3078" y="75139"/>
                  <a:pt x="0" y="79755"/>
                  <a:pt x="0" y="84903"/>
                </a:cubicBezTo>
                <a:lnTo>
                  <a:pt x="0" y="241972"/>
                </a:lnTo>
                <a:cubicBezTo>
                  <a:pt x="0" y="249030"/>
                  <a:pt x="5678" y="254708"/>
                  <a:pt x="12735" y="254708"/>
                </a:cubicBezTo>
                <a:cubicBezTo>
                  <a:pt x="19793" y="254708"/>
                  <a:pt x="25471" y="249030"/>
                  <a:pt x="25471" y="241972"/>
                </a:cubicBezTo>
                <a:lnTo>
                  <a:pt x="25471" y="103899"/>
                </a:lnTo>
                <a:close/>
                <a:moveTo>
                  <a:pt x="50942" y="141946"/>
                </a:moveTo>
                <a:lnTo>
                  <a:pt x="50942" y="203766"/>
                </a:lnTo>
                <a:cubicBezTo>
                  <a:pt x="50942" y="231890"/>
                  <a:pt x="96577" y="254708"/>
                  <a:pt x="152825" y="254708"/>
                </a:cubicBezTo>
                <a:cubicBezTo>
                  <a:pt x="209072" y="254708"/>
                  <a:pt x="254708" y="231890"/>
                  <a:pt x="254708" y="203766"/>
                </a:cubicBezTo>
                <a:lnTo>
                  <a:pt x="254708" y="141893"/>
                </a:lnTo>
                <a:lnTo>
                  <a:pt x="178879" y="173148"/>
                </a:lnTo>
                <a:cubicBezTo>
                  <a:pt x="170601" y="176544"/>
                  <a:pt x="161792" y="178295"/>
                  <a:pt x="152825" y="178295"/>
                </a:cubicBezTo>
                <a:cubicBezTo>
                  <a:pt x="143857" y="178295"/>
                  <a:pt x="135048" y="176544"/>
                  <a:pt x="126770" y="173148"/>
                </a:cubicBezTo>
                <a:lnTo>
                  <a:pt x="50942" y="14189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1426362" y="5546964"/>
            <a:ext cx="1652769" cy="362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下一步学习建议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1861" y="6192223"/>
            <a:ext cx="4833783" cy="1415042"/>
          </a:xfrm>
          <a:custGeom>
            <a:avLst/>
            <a:gdLst/>
            <a:ahLst/>
            <a:cxnLst/>
            <a:rect l="l" t="t" r="r" b="b"/>
            <a:pathLst>
              <a:path w="4833783" h="1415042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1324479"/>
                </a:lnTo>
                <a:cubicBezTo>
                  <a:pt x="4833783" y="1374495"/>
                  <a:pt x="4793236" y="1415042"/>
                  <a:pt x="4743220" y="1415042"/>
                </a:cubicBezTo>
                <a:lnTo>
                  <a:pt x="90563" y="1415042"/>
                </a:lnTo>
                <a:cubicBezTo>
                  <a:pt x="40546" y="1415042"/>
                  <a:pt x="0" y="1374495"/>
                  <a:pt x="0" y="1324479"/>
                </a:cubicBez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2" name="Shape 40"/>
          <p:cNvSpPr/>
          <p:nvPr/>
        </p:nvSpPr>
        <p:spPr>
          <a:xfrm>
            <a:off x="701861" y="6192223"/>
            <a:ext cx="4833783" cy="22641"/>
          </a:xfrm>
          <a:custGeom>
            <a:avLst/>
            <a:gdLst/>
            <a:ahLst/>
            <a:cxnLst/>
            <a:rect l="l" t="t" r="r" b="b"/>
            <a:pathLst>
              <a:path w="4833783" h="22641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22641"/>
                </a:lnTo>
                <a:lnTo>
                  <a:pt x="0" y="22641"/>
                </a:ln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43" name="Shape 41"/>
          <p:cNvSpPr/>
          <p:nvPr/>
        </p:nvSpPr>
        <p:spPr>
          <a:xfrm>
            <a:off x="925437" y="6429950"/>
            <a:ext cx="198106" cy="226407"/>
          </a:xfrm>
          <a:custGeom>
            <a:avLst/>
            <a:gdLst/>
            <a:ahLst/>
            <a:cxnLst/>
            <a:rect l="l" t="t" r="r" b="b"/>
            <a:pathLst>
              <a:path w="198106" h="226407">
                <a:moveTo>
                  <a:pt x="198106" y="91005"/>
                </a:moveTo>
                <a:cubicBezTo>
                  <a:pt x="191561" y="95338"/>
                  <a:pt x="184044" y="98832"/>
                  <a:pt x="176217" y="101618"/>
                </a:cubicBezTo>
                <a:cubicBezTo>
                  <a:pt x="155433" y="109047"/>
                  <a:pt x="128150" y="113203"/>
                  <a:pt x="99053" y="113203"/>
                </a:cubicBezTo>
                <a:cubicBezTo>
                  <a:pt x="69956" y="113203"/>
                  <a:pt x="42628" y="109002"/>
                  <a:pt x="21889" y="101618"/>
                </a:cubicBezTo>
                <a:cubicBezTo>
                  <a:pt x="14106" y="98832"/>
                  <a:pt x="6545" y="95338"/>
                  <a:pt x="0" y="91005"/>
                </a:cubicBezTo>
                <a:lnTo>
                  <a:pt x="0" y="127354"/>
                </a:lnTo>
                <a:cubicBezTo>
                  <a:pt x="0" y="146899"/>
                  <a:pt x="44353" y="162730"/>
                  <a:pt x="99053" y="162730"/>
                </a:cubicBezTo>
                <a:cubicBezTo>
                  <a:pt x="153753" y="162730"/>
                  <a:pt x="198106" y="146899"/>
                  <a:pt x="198106" y="127354"/>
                </a:cubicBezTo>
                <a:lnTo>
                  <a:pt x="198106" y="91005"/>
                </a:lnTo>
                <a:close/>
                <a:moveTo>
                  <a:pt x="198106" y="56602"/>
                </a:moveTo>
                <a:lnTo>
                  <a:pt x="198106" y="35376"/>
                </a:lnTo>
                <a:cubicBezTo>
                  <a:pt x="198106" y="15831"/>
                  <a:pt x="153753" y="0"/>
                  <a:pt x="99053" y="0"/>
                </a:cubicBezTo>
                <a:cubicBezTo>
                  <a:pt x="44353" y="0"/>
                  <a:pt x="0" y="15831"/>
                  <a:pt x="0" y="35376"/>
                </a:cubicBezTo>
                <a:lnTo>
                  <a:pt x="0" y="56602"/>
                </a:lnTo>
                <a:cubicBezTo>
                  <a:pt x="0" y="76147"/>
                  <a:pt x="44353" y="91978"/>
                  <a:pt x="99053" y="91978"/>
                </a:cubicBezTo>
                <a:cubicBezTo>
                  <a:pt x="153753" y="91978"/>
                  <a:pt x="198106" y="76147"/>
                  <a:pt x="198106" y="56602"/>
                </a:cubicBezTo>
                <a:close/>
                <a:moveTo>
                  <a:pt x="176217" y="172370"/>
                </a:moveTo>
                <a:cubicBezTo>
                  <a:pt x="155478" y="179755"/>
                  <a:pt x="128194" y="183955"/>
                  <a:pt x="99053" y="183955"/>
                </a:cubicBezTo>
                <a:cubicBezTo>
                  <a:pt x="69912" y="183955"/>
                  <a:pt x="42628" y="179755"/>
                  <a:pt x="21889" y="172370"/>
                </a:cubicBezTo>
                <a:cubicBezTo>
                  <a:pt x="14106" y="169584"/>
                  <a:pt x="6545" y="166091"/>
                  <a:pt x="0" y="161757"/>
                </a:cubicBezTo>
                <a:lnTo>
                  <a:pt x="0" y="191031"/>
                </a:lnTo>
                <a:cubicBezTo>
                  <a:pt x="0" y="210576"/>
                  <a:pt x="44353" y="226407"/>
                  <a:pt x="99053" y="226407"/>
                </a:cubicBezTo>
                <a:cubicBezTo>
                  <a:pt x="153753" y="226407"/>
                  <a:pt x="198106" y="210576"/>
                  <a:pt x="198106" y="191031"/>
                </a:cubicBezTo>
                <a:lnTo>
                  <a:pt x="198106" y="161757"/>
                </a:lnTo>
                <a:cubicBezTo>
                  <a:pt x="191561" y="166091"/>
                  <a:pt x="184044" y="169584"/>
                  <a:pt x="176217" y="172370"/>
                </a:cubicBezTo>
                <a:close/>
              </a:path>
            </a:pathLst>
          </a:custGeom>
          <a:solidFill>
            <a:srgbClr val="3E8ACC"/>
          </a:solidFill>
        </p:spPr>
      </p:sp>
      <p:sp>
        <p:nvSpPr>
          <p:cNvPr id="44" name="Text 42"/>
          <p:cNvSpPr/>
          <p:nvPr/>
        </p:nvSpPr>
        <p:spPr>
          <a:xfrm>
            <a:off x="1256557" y="6384669"/>
            <a:ext cx="1086752" cy="316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深入：Excel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2986" y="6852572"/>
            <a:ext cx="1176136" cy="24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2986" y="7199733"/>
            <a:ext cx="4550774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数据清洗与转换的利器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14646" y="6192223"/>
            <a:ext cx="4833783" cy="1415042"/>
          </a:xfrm>
          <a:custGeom>
            <a:avLst/>
            <a:gdLst/>
            <a:ahLst/>
            <a:cxnLst/>
            <a:rect l="l" t="t" r="r" b="b"/>
            <a:pathLst>
              <a:path w="4833783" h="1415042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1324479"/>
                </a:lnTo>
                <a:cubicBezTo>
                  <a:pt x="4833783" y="1374495"/>
                  <a:pt x="4793236" y="1415042"/>
                  <a:pt x="4743220" y="1415042"/>
                </a:cubicBezTo>
                <a:lnTo>
                  <a:pt x="90563" y="1415042"/>
                </a:lnTo>
                <a:cubicBezTo>
                  <a:pt x="40546" y="1415042"/>
                  <a:pt x="0" y="1374495"/>
                  <a:pt x="0" y="1324479"/>
                </a:cubicBez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8" name="Shape 46"/>
          <p:cNvSpPr/>
          <p:nvPr/>
        </p:nvSpPr>
        <p:spPr>
          <a:xfrm>
            <a:off x="5714646" y="6192223"/>
            <a:ext cx="4833783" cy="22641"/>
          </a:xfrm>
          <a:custGeom>
            <a:avLst/>
            <a:gdLst/>
            <a:ahLst/>
            <a:cxnLst/>
            <a:rect l="l" t="t" r="r" b="b"/>
            <a:pathLst>
              <a:path w="4833783" h="22641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22641"/>
                </a:lnTo>
                <a:lnTo>
                  <a:pt x="0" y="22641"/>
                </a:ln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49" name="Shape 47"/>
          <p:cNvSpPr/>
          <p:nvPr/>
        </p:nvSpPr>
        <p:spPr>
          <a:xfrm>
            <a:off x="5938223" y="6429950"/>
            <a:ext cx="198106" cy="226407"/>
          </a:xfrm>
          <a:custGeom>
            <a:avLst/>
            <a:gdLst/>
            <a:ahLst/>
            <a:cxnLst/>
            <a:rect l="l" t="t" r="r" b="b"/>
            <a:pathLst>
              <a:path w="198106" h="226407">
                <a:moveTo>
                  <a:pt x="0" y="42451"/>
                </a:moveTo>
                <a:cubicBezTo>
                  <a:pt x="0" y="26842"/>
                  <a:pt x="12691" y="14150"/>
                  <a:pt x="28301" y="14150"/>
                </a:cubicBezTo>
                <a:lnTo>
                  <a:pt x="169805" y="14150"/>
                </a:lnTo>
                <a:cubicBezTo>
                  <a:pt x="185415" y="14150"/>
                  <a:pt x="198106" y="26842"/>
                  <a:pt x="198106" y="42451"/>
                </a:cubicBezTo>
                <a:lnTo>
                  <a:pt x="198106" y="183955"/>
                </a:lnTo>
                <a:cubicBezTo>
                  <a:pt x="198106" y="199565"/>
                  <a:pt x="185415" y="212256"/>
                  <a:pt x="169805" y="212256"/>
                </a:cubicBezTo>
                <a:lnTo>
                  <a:pt x="28301" y="212256"/>
                </a:lnTo>
                <a:cubicBezTo>
                  <a:pt x="12691" y="212256"/>
                  <a:pt x="0" y="199565"/>
                  <a:pt x="0" y="183955"/>
                </a:cubicBezTo>
                <a:lnTo>
                  <a:pt x="0" y="42451"/>
                </a:lnTo>
                <a:close/>
                <a:moveTo>
                  <a:pt x="21226" y="162730"/>
                </a:moveTo>
                <a:lnTo>
                  <a:pt x="21226" y="176880"/>
                </a:lnTo>
                <a:cubicBezTo>
                  <a:pt x="21226" y="180772"/>
                  <a:pt x="24409" y="183955"/>
                  <a:pt x="28301" y="183955"/>
                </a:cubicBezTo>
                <a:lnTo>
                  <a:pt x="42451" y="183955"/>
                </a:lnTo>
                <a:cubicBezTo>
                  <a:pt x="46343" y="183955"/>
                  <a:pt x="49526" y="180772"/>
                  <a:pt x="49526" y="176880"/>
                </a:cubicBezTo>
                <a:lnTo>
                  <a:pt x="49526" y="162730"/>
                </a:lnTo>
                <a:cubicBezTo>
                  <a:pt x="49526" y="158838"/>
                  <a:pt x="46343" y="155655"/>
                  <a:pt x="42451" y="155655"/>
                </a:cubicBezTo>
                <a:lnTo>
                  <a:pt x="28301" y="155655"/>
                </a:lnTo>
                <a:cubicBezTo>
                  <a:pt x="24409" y="155655"/>
                  <a:pt x="21226" y="158838"/>
                  <a:pt x="21226" y="162730"/>
                </a:cubicBezTo>
                <a:close/>
                <a:moveTo>
                  <a:pt x="155655" y="155655"/>
                </a:moveTo>
                <a:cubicBezTo>
                  <a:pt x="151763" y="155655"/>
                  <a:pt x="148579" y="158838"/>
                  <a:pt x="148579" y="162730"/>
                </a:cubicBezTo>
                <a:lnTo>
                  <a:pt x="148579" y="176880"/>
                </a:lnTo>
                <a:cubicBezTo>
                  <a:pt x="148579" y="180772"/>
                  <a:pt x="151763" y="183955"/>
                  <a:pt x="155655" y="183955"/>
                </a:cubicBezTo>
                <a:lnTo>
                  <a:pt x="169805" y="183955"/>
                </a:lnTo>
                <a:cubicBezTo>
                  <a:pt x="173696" y="183955"/>
                  <a:pt x="176880" y="180772"/>
                  <a:pt x="176880" y="176880"/>
                </a:cubicBezTo>
                <a:lnTo>
                  <a:pt x="176880" y="162730"/>
                </a:lnTo>
                <a:cubicBezTo>
                  <a:pt x="176880" y="158838"/>
                  <a:pt x="173696" y="155655"/>
                  <a:pt x="169805" y="155655"/>
                </a:cubicBezTo>
                <a:lnTo>
                  <a:pt x="155655" y="155655"/>
                </a:lnTo>
                <a:close/>
                <a:moveTo>
                  <a:pt x="21226" y="106128"/>
                </a:moveTo>
                <a:lnTo>
                  <a:pt x="21226" y="120279"/>
                </a:lnTo>
                <a:cubicBezTo>
                  <a:pt x="21226" y="124170"/>
                  <a:pt x="24409" y="127354"/>
                  <a:pt x="28301" y="127354"/>
                </a:cubicBezTo>
                <a:lnTo>
                  <a:pt x="42451" y="127354"/>
                </a:lnTo>
                <a:cubicBezTo>
                  <a:pt x="46343" y="127354"/>
                  <a:pt x="49526" y="124170"/>
                  <a:pt x="49526" y="120279"/>
                </a:cubicBezTo>
                <a:lnTo>
                  <a:pt x="49526" y="106128"/>
                </a:lnTo>
                <a:cubicBezTo>
                  <a:pt x="49526" y="102237"/>
                  <a:pt x="46343" y="99053"/>
                  <a:pt x="42451" y="99053"/>
                </a:cubicBezTo>
                <a:lnTo>
                  <a:pt x="28301" y="99053"/>
                </a:lnTo>
                <a:cubicBezTo>
                  <a:pt x="24409" y="99053"/>
                  <a:pt x="21226" y="102237"/>
                  <a:pt x="21226" y="106128"/>
                </a:cubicBezTo>
                <a:close/>
                <a:moveTo>
                  <a:pt x="155655" y="99053"/>
                </a:moveTo>
                <a:cubicBezTo>
                  <a:pt x="151763" y="99053"/>
                  <a:pt x="148579" y="102237"/>
                  <a:pt x="148579" y="106128"/>
                </a:cubicBezTo>
                <a:lnTo>
                  <a:pt x="148579" y="120279"/>
                </a:lnTo>
                <a:cubicBezTo>
                  <a:pt x="148579" y="124170"/>
                  <a:pt x="151763" y="127354"/>
                  <a:pt x="155655" y="127354"/>
                </a:cubicBezTo>
                <a:lnTo>
                  <a:pt x="169805" y="127354"/>
                </a:lnTo>
                <a:cubicBezTo>
                  <a:pt x="173696" y="127354"/>
                  <a:pt x="176880" y="124170"/>
                  <a:pt x="176880" y="120279"/>
                </a:cubicBezTo>
                <a:lnTo>
                  <a:pt x="176880" y="106128"/>
                </a:lnTo>
                <a:cubicBezTo>
                  <a:pt x="176880" y="102237"/>
                  <a:pt x="173696" y="99053"/>
                  <a:pt x="169805" y="99053"/>
                </a:cubicBezTo>
                <a:lnTo>
                  <a:pt x="155655" y="99053"/>
                </a:lnTo>
                <a:close/>
                <a:moveTo>
                  <a:pt x="21226" y="49526"/>
                </a:moveTo>
                <a:lnTo>
                  <a:pt x="21226" y="63677"/>
                </a:lnTo>
                <a:cubicBezTo>
                  <a:pt x="21226" y="67568"/>
                  <a:pt x="24409" y="70752"/>
                  <a:pt x="28301" y="70752"/>
                </a:cubicBezTo>
                <a:lnTo>
                  <a:pt x="42451" y="70752"/>
                </a:lnTo>
                <a:cubicBezTo>
                  <a:pt x="46343" y="70752"/>
                  <a:pt x="49526" y="67568"/>
                  <a:pt x="49526" y="63677"/>
                </a:cubicBezTo>
                <a:lnTo>
                  <a:pt x="49526" y="49526"/>
                </a:lnTo>
                <a:cubicBezTo>
                  <a:pt x="49526" y="45635"/>
                  <a:pt x="46343" y="42451"/>
                  <a:pt x="42451" y="42451"/>
                </a:cubicBezTo>
                <a:lnTo>
                  <a:pt x="28301" y="42451"/>
                </a:lnTo>
                <a:cubicBezTo>
                  <a:pt x="24409" y="42451"/>
                  <a:pt x="21226" y="45635"/>
                  <a:pt x="21226" y="49526"/>
                </a:cubicBezTo>
                <a:close/>
                <a:moveTo>
                  <a:pt x="155655" y="42451"/>
                </a:moveTo>
                <a:cubicBezTo>
                  <a:pt x="151763" y="42451"/>
                  <a:pt x="148579" y="45635"/>
                  <a:pt x="148579" y="49526"/>
                </a:cubicBezTo>
                <a:lnTo>
                  <a:pt x="148579" y="63677"/>
                </a:lnTo>
                <a:cubicBezTo>
                  <a:pt x="148579" y="67568"/>
                  <a:pt x="151763" y="70752"/>
                  <a:pt x="155655" y="70752"/>
                </a:cubicBezTo>
                <a:lnTo>
                  <a:pt x="169805" y="70752"/>
                </a:lnTo>
                <a:cubicBezTo>
                  <a:pt x="173696" y="70752"/>
                  <a:pt x="176880" y="67568"/>
                  <a:pt x="176880" y="63677"/>
                </a:cubicBezTo>
                <a:lnTo>
                  <a:pt x="176880" y="49526"/>
                </a:lnTo>
                <a:cubicBezTo>
                  <a:pt x="176880" y="45635"/>
                  <a:pt x="173696" y="42451"/>
                  <a:pt x="169805" y="42451"/>
                </a:cubicBezTo>
                <a:lnTo>
                  <a:pt x="155655" y="42451"/>
                </a:lnTo>
                <a:close/>
              </a:path>
            </a:pathLst>
          </a:custGeom>
          <a:solidFill>
            <a:srgbClr val="4EC3A1"/>
          </a:solidFill>
        </p:spPr>
      </p:sp>
      <p:sp>
        <p:nvSpPr>
          <p:cNvPr id="50" name="Text 48"/>
          <p:cNvSpPr/>
          <p:nvPr/>
        </p:nvSpPr>
        <p:spPr>
          <a:xfrm>
            <a:off x="6269343" y="6384669"/>
            <a:ext cx="973549" cy="316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深入：PPT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895772" y="6852572"/>
            <a:ext cx="1177315" cy="24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高级动画组合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95772" y="7199733"/>
            <a:ext cx="4550774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打造电影级演示效果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27432" y="6192223"/>
            <a:ext cx="4833783" cy="1415042"/>
          </a:xfrm>
          <a:custGeom>
            <a:avLst/>
            <a:gdLst/>
            <a:ahLst/>
            <a:cxnLst/>
            <a:rect l="l" t="t" r="r" b="b"/>
            <a:pathLst>
              <a:path w="4833783" h="1415042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1324479"/>
                </a:lnTo>
                <a:cubicBezTo>
                  <a:pt x="4833783" y="1374495"/>
                  <a:pt x="4793236" y="1415042"/>
                  <a:pt x="4743220" y="1415042"/>
                </a:cubicBezTo>
                <a:lnTo>
                  <a:pt x="90563" y="1415042"/>
                </a:lnTo>
                <a:cubicBezTo>
                  <a:pt x="40546" y="1415042"/>
                  <a:pt x="0" y="1374495"/>
                  <a:pt x="0" y="1324479"/>
                </a:cubicBez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4" name="Shape 52"/>
          <p:cNvSpPr/>
          <p:nvPr/>
        </p:nvSpPr>
        <p:spPr>
          <a:xfrm>
            <a:off x="10727432" y="6192223"/>
            <a:ext cx="4833783" cy="22641"/>
          </a:xfrm>
          <a:custGeom>
            <a:avLst/>
            <a:gdLst/>
            <a:ahLst/>
            <a:cxnLst/>
            <a:rect l="l" t="t" r="r" b="b"/>
            <a:pathLst>
              <a:path w="4833783" h="22641">
                <a:moveTo>
                  <a:pt x="22641" y="0"/>
                </a:moveTo>
                <a:lnTo>
                  <a:pt x="4811142" y="0"/>
                </a:lnTo>
                <a:cubicBezTo>
                  <a:pt x="4823646" y="0"/>
                  <a:pt x="4833783" y="10137"/>
                  <a:pt x="4833783" y="22641"/>
                </a:cubicBezTo>
                <a:lnTo>
                  <a:pt x="4833783" y="22641"/>
                </a:lnTo>
                <a:lnTo>
                  <a:pt x="0" y="22641"/>
                </a:lnTo>
                <a:lnTo>
                  <a:pt x="0" y="22641"/>
                </a:lnTo>
                <a:cubicBezTo>
                  <a:pt x="0" y="10137"/>
                  <a:pt x="10137" y="0"/>
                  <a:pt x="22641" y="0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55" name="Shape 53"/>
          <p:cNvSpPr/>
          <p:nvPr/>
        </p:nvSpPr>
        <p:spPr>
          <a:xfrm>
            <a:off x="10908557" y="6429950"/>
            <a:ext cx="283008" cy="226407"/>
          </a:xfrm>
          <a:custGeom>
            <a:avLst/>
            <a:gdLst/>
            <a:ahLst/>
            <a:cxnLst/>
            <a:rect l="l" t="t" r="r" b="b"/>
            <a:pathLst>
              <a:path w="283008" h="226407">
                <a:moveTo>
                  <a:pt x="155655" y="0"/>
                </a:moveTo>
                <a:cubicBezTo>
                  <a:pt x="155655" y="-7827"/>
                  <a:pt x="149331" y="-14150"/>
                  <a:pt x="141504" y="-14150"/>
                </a:cubicBezTo>
                <a:cubicBezTo>
                  <a:pt x="133677" y="-14150"/>
                  <a:pt x="127354" y="-7827"/>
                  <a:pt x="127354" y="0"/>
                </a:cubicBezTo>
                <a:lnTo>
                  <a:pt x="127354" y="28301"/>
                </a:lnTo>
                <a:lnTo>
                  <a:pt x="84903" y="28301"/>
                </a:lnTo>
                <a:cubicBezTo>
                  <a:pt x="61466" y="28301"/>
                  <a:pt x="42451" y="47315"/>
                  <a:pt x="42451" y="70752"/>
                </a:cubicBezTo>
                <a:lnTo>
                  <a:pt x="42451" y="169805"/>
                </a:lnTo>
                <a:cubicBezTo>
                  <a:pt x="42451" y="193242"/>
                  <a:pt x="61466" y="212256"/>
                  <a:pt x="84903" y="212256"/>
                </a:cubicBezTo>
                <a:lnTo>
                  <a:pt x="198106" y="212256"/>
                </a:lnTo>
                <a:cubicBezTo>
                  <a:pt x="221542" y="212256"/>
                  <a:pt x="240557" y="193242"/>
                  <a:pt x="240557" y="169805"/>
                </a:cubicBezTo>
                <a:lnTo>
                  <a:pt x="240557" y="70752"/>
                </a:lnTo>
                <a:cubicBezTo>
                  <a:pt x="240557" y="47315"/>
                  <a:pt x="221542" y="28301"/>
                  <a:pt x="198106" y="28301"/>
                </a:cubicBezTo>
                <a:lnTo>
                  <a:pt x="155655" y="28301"/>
                </a:lnTo>
                <a:lnTo>
                  <a:pt x="155655" y="0"/>
                </a:lnTo>
                <a:close/>
                <a:moveTo>
                  <a:pt x="70752" y="162730"/>
                </a:moveTo>
                <a:cubicBezTo>
                  <a:pt x="70752" y="156849"/>
                  <a:pt x="75484" y="152117"/>
                  <a:pt x="81365" y="152117"/>
                </a:cubicBezTo>
                <a:lnTo>
                  <a:pt x="95515" y="152117"/>
                </a:lnTo>
                <a:cubicBezTo>
                  <a:pt x="101397" y="152117"/>
                  <a:pt x="106128" y="156849"/>
                  <a:pt x="106128" y="162730"/>
                </a:cubicBezTo>
                <a:cubicBezTo>
                  <a:pt x="106128" y="168611"/>
                  <a:pt x="101397" y="173343"/>
                  <a:pt x="95515" y="173343"/>
                </a:cubicBezTo>
                <a:lnTo>
                  <a:pt x="81365" y="173343"/>
                </a:lnTo>
                <a:cubicBezTo>
                  <a:pt x="75484" y="173343"/>
                  <a:pt x="70752" y="168611"/>
                  <a:pt x="70752" y="162730"/>
                </a:cubicBezTo>
                <a:close/>
                <a:moveTo>
                  <a:pt x="123816" y="162730"/>
                </a:moveTo>
                <a:cubicBezTo>
                  <a:pt x="123816" y="156849"/>
                  <a:pt x="128548" y="152117"/>
                  <a:pt x="134429" y="152117"/>
                </a:cubicBezTo>
                <a:lnTo>
                  <a:pt x="148579" y="152117"/>
                </a:lnTo>
                <a:cubicBezTo>
                  <a:pt x="154461" y="152117"/>
                  <a:pt x="159192" y="156849"/>
                  <a:pt x="159192" y="162730"/>
                </a:cubicBezTo>
                <a:cubicBezTo>
                  <a:pt x="159192" y="168611"/>
                  <a:pt x="154461" y="173343"/>
                  <a:pt x="148579" y="173343"/>
                </a:cubicBezTo>
                <a:lnTo>
                  <a:pt x="134429" y="173343"/>
                </a:lnTo>
                <a:cubicBezTo>
                  <a:pt x="128548" y="173343"/>
                  <a:pt x="123816" y="168611"/>
                  <a:pt x="123816" y="162730"/>
                </a:cubicBezTo>
                <a:close/>
                <a:moveTo>
                  <a:pt x="176880" y="162730"/>
                </a:moveTo>
                <a:cubicBezTo>
                  <a:pt x="176880" y="156849"/>
                  <a:pt x="181612" y="152117"/>
                  <a:pt x="187493" y="152117"/>
                </a:cubicBezTo>
                <a:lnTo>
                  <a:pt x="201643" y="152117"/>
                </a:lnTo>
                <a:cubicBezTo>
                  <a:pt x="207525" y="152117"/>
                  <a:pt x="212256" y="156849"/>
                  <a:pt x="212256" y="162730"/>
                </a:cubicBezTo>
                <a:cubicBezTo>
                  <a:pt x="212256" y="168611"/>
                  <a:pt x="207525" y="173343"/>
                  <a:pt x="201643" y="173343"/>
                </a:cubicBezTo>
                <a:lnTo>
                  <a:pt x="187493" y="173343"/>
                </a:lnTo>
                <a:cubicBezTo>
                  <a:pt x="181612" y="173343"/>
                  <a:pt x="176880" y="168611"/>
                  <a:pt x="176880" y="162730"/>
                </a:cubicBezTo>
                <a:close/>
                <a:moveTo>
                  <a:pt x="99053" y="77827"/>
                </a:moveTo>
                <a:cubicBezTo>
                  <a:pt x="110768" y="77827"/>
                  <a:pt x="120279" y="87338"/>
                  <a:pt x="120279" y="99053"/>
                </a:cubicBezTo>
                <a:cubicBezTo>
                  <a:pt x="120279" y="110768"/>
                  <a:pt x="110768" y="120279"/>
                  <a:pt x="99053" y="120279"/>
                </a:cubicBezTo>
                <a:cubicBezTo>
                  <a:pt x="87338" y="120279"/>
                  <a:pt x="77827" y="110768"/>
                  <a:pt x="77827" y="99053"/>
                </a:cubicBezTo>
                <a:cubicBezTo>
                  <a:pt x="77827" y="87338"/>
                  <a:pt x="87338" y="77827"/>
                  <a:pt x="99053" y="77827"/>
                </a:cubicBezTo>
                <a:close/>
                <a:moveTo>
                  <a:pt x="162730" y="99053"/>
                </a:moveTo>
                <a:cubicBezTo>
                  <a:pt x="162730" y="87338"/>
                  <a:pt x="172241" y="77827"/>
                  <a:pt x="183955" y="77827"/>
                </a:cubicBezTo>
                <a:cubicBezTo>
                  <a:pt x="195670" y="77827"/>
                  <a:pt x="205181" y="87338"/>
                  <a:pt x="205181" y="99053"/>
                </a:cubicBezTo>
                <a:cubicBezTo>
                  <a:pt x="205181" y="110768"/>
                  <a:pt x="195670" y="120279"/>
                  <a:pt x="183955" y="120279"/>
                </a:cubicBezTo>
                <a:cubicBezTo>
                  <a:pt x="172241" y="120279"/>
                  <a:pt x="162730" y="110768"/>
                  <a:pt x="162730" y="99053"/>
                </a:cubicBezTo>
                <a:close/>
                <a:moveTo>
                  <a:pt x="28301" y="99053"/>
                </a:moveTo>
                <a:cubicBezTo>
                  <a:pt x="28301" y="91226"/>
                  <a:pt x="21977" y="84903"/>
                  <a:pt x="14150" y="84903"/>
                </a:cubicBezTo>
                <a:cubicBezTo>
                  <a:pt x="6323" y="84903"/>
                  <a:pt x="0" y="91226"/>
                  <a:pt x="0" y="99053"/>
                </a:cubicBezTo>
                <a:lnTo>
                  <a:pt x="0" y="141504"/>
                </a:lnTo>
                <a:cubicBezTo>
                  <a:pt x="0" y="149331"/>
                  <a:pt x="6323" y="155655"/>
                  <a:pt x="14150" y="155655"/>
                </a:cubicBezTo>
                <a:cubicBezTo>
                  <a:pt x="21977" y="155655"/>
                  <a:pt x="28301" y="149331"/>
                  <a:pt x="28301" y="141504"/>
                </a:cubicBezTo>
                <a:lnTo>
                  <a:pt x="28301" y="99053"/>
                </a:lnTo>
                <a:close/>
                <a:moveTo>
                  <a:pt x="268858" y="84903"/>
                </a:moveTo>
                <a:cubicBezTo>
                  <a:pt x="261031" y="84903"/>
                  <a:pt x="254708" y="91226"/>
                  <a:pt x="254708" y="99053"/>
                </a:cubicBezTo>
                <a:lnTo>
                  <a:pt x="254708" y="141504"/>
                </a:lnTo>
                <a:cubicBezTo>
                  <a:pt x="254708" y="149331"/>
                  <a:pt x="261031" y="155655"/>
                  <a:pt x="268858" y="155655"/>
                </a:cubicBezTo>
                <a:cubicBezTo>
                  <a:pt x="276685" y="155655"/>
                  <a:pt x="283008" y="149331"/>
                  <a:pt x="283008" y="141504"/>
                </a:cubicBezTo>
                <a:lnTo>
                  <a:pt x="283008" y="99053"/>
                </a:lnTo>
                <a:cubicBezTo>
                  <a:pt x="283008" y="91226"/>
                  <a:pt x="276685" y="84903"/>
                  <a:pt x="268858" y="84903"/>
                </a:cubicBezTo>
                <a:close/>
              </a:path>
            </a:pathLst>
          </a:custGeom>
          <a:solidFill>
            <a:srgbClr val="6A7B8C"/>
          </a:solidFill>
        </p:spPr>
      </p:sp>
      <p:sp>
        <p:nvSpPr>
          <p:cNvPr id="56" name="Text 54"/>
          <p:cNvSpPr/>
          <p:nvPr/>
        </p:nvSpPr>
        <p:spPr>
          <a:xfrm>
            <a:off x="11282128" y="6384669"/>
            <a:ext cx="1199955" cy="316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拓展：自动化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08557" y="6852572"/>
            <a:ext cx="1481431" cy="24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Power Automate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08557" y="7199733"/>
            <a:ext cx="4550774" cy="226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A7B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实现办公流程自动化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64134" y="8003476"/>
            <a:ext cx="15327733" cy="1132033"/>
          </a:xfrm>
          <a:custGeom>
            <a:avLst/>
            <a:gdLst/>
            <a:ahLst/>
            <a:cxnLst/>
            <a:rect l="l" t="t" r="r" b="b"/>
            <a:pathLst>
              <a:path w="15327733" h="1132033">
                <a:moveTo>
                  <a:pt x="135844" y="0"/>
                </a:moveTo>
                <a:lnTo>
                  <a:pt x="15191889" y="0"/>
                </a:lnTo>
                <a:cubicBezTo>
                  <a:pt x="15266913" y="0"/>
                  <a:pt x="15327733" y="60819"/>
                  <a:pt x="15327733" y="135844"/>
                </a:cubicBezTo>
                <a:lnTo>
                  <a:pt x="15327733" y="996189"/>
                </a:lnTo>
                <a:cubicBezTo>
                  <a:pt x="15327733" y="1071214"/>
                  <a:pt x="15266913" y="1132033"/>
                  <a:pt x="15191889" y="1132033"/>
                </a:cubicBezTo>
                <a:lnTo>
                  <a:pt x="135844" y="1132033"/>
                </a:lnTo>
                <a:cubicBezTo>
                  <a:pt x="60819" y="1132033"/>
                  <a:pt x="0" y="1071214"/>
                  <a:pt x="0" y="996189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2A2F35"/>
          </a:solidFill>
          <a:ln w="25400">
            <a:solidFill>
              <a:srgbClr val="4EC3A1">
                <a:alpha val="5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6579" y="8252524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316969" y="0"/>
                </a:moveTo>
                <a:lnTo>
                  <a:pt x="316969" y="0"/>
                </a:lnTo>
                <a:cubicBezTo>
                  <a:pt x="491910" y="0"/>
                  <a:pt x="633939" y="142029"/>
                  <a:pt x="633939" y="316969"/>
                </a:cubicBezTo>
                <a:lnTo>
                  <a:pt x="633939" y="316969"/>
                </a:lnTo>
                <a:cubicBezTo>
                  <a:pt x="633939" y="491910"/>
                  <a:pt x="491910" y="633939"/>
                  <a:pt x="316969" y="633939"/>
                </a:cubicBezTo>
                <a:lnTo>
                  <a:pt x="316969" y="633939"/>
                </a:lnTo>
                <a:cubicBezTo>
                  <a:pt x="142029" y="633939"/>
                  <a:pt x="0" y="491910"/>
                  <a:pt x="0" y="316969"/>
                </a:cubicBezTo>
                <a:lnTo>
                  <a:pt x="0" y="316969"/>
                </a:lnTo>
                <a:cubicBezTo>
                  <a:pt x="0" y="142029"/>
                  <a:pt x="142029" y="0"/>
                  <a:pt x="316969" y="0"/>
                </a:cubicBezTo>
                <a:close/>
              </a:path>
            </a:pathLst>
          </a:custGeom>
          <a:solidFill>
            <a:srgbClr val="4EC3A1"/>
          </a:solidFill>
        </p:spPr>
      </p:sp>
      <p:sp>
        <p:nvSpPr>
          <p:cNvPr id="61" name="Shape 59"/>
          <p:cNvSpPr/>
          <p:nvPr/>
        </p:nvSpPr>
        <p:spPr>
          <a:xfrm>
            <a:off x="837705" y="8433649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76571" y="0"/>
                </a:moveTo>
                <a:lnTo>
                  <a:pt x="195435" y="0"/>
                </a:lnTo>
                <a:cubicBezTo>
                  <a:pt x="209497" y="0"/>
                  <a:pt x="220959" y="11568"/>
                  <a:pt x="220428" y="25577"/>
                </a:cubicBezTo>
                <a:cubicBezTo>
                  <a:pt x="220322" y="28389"/>
                  <a:pt x="220216" y="31202"/>
                  <a:pt x="220057" y="33961"/>
                </a:cubicBezTo>
                <a:lnTo>
                  <a:pt x="246376" y="33961"/>
                </a:lnTo>
                <a:cubicBezTo>
                  <a:pt x="260226" y="33961"/>
                  <a:pt x="272431" y="45423"/>
                  <a:pt x="271370" y="60387"/>
                </a:cubicBezTo>
                <a:cubicBezTo>
                  <a:pt x="267390" y="115414"/>
                  <a:pt x="239266" y="145661"/>
                  <a:pt x="208754" y="161474"/>
                </a:cubicBezTo>
                <a:cubicBezTo>
                  <a:pt x="200370" y="165825"/>
                  <a:pt x="191827" y="169062"/>
                  <a:pt x="183708" y="171450"/>
                </a:cubicBezTo>
                <a:cubicBezTo>
                  <a:pt x="172989" y="186626"/>
                  <a:pt x="161845" y="194639"/>
                  <a:pt x="152984" y="198937"/>
                </a:cubicBezTo>
                <a:lnTo>
                  <a:pt x="152984" y="237727"/>
                </a:lnTo>
                <a:lnTo>
                  <a:pt x="186945" y="237727"/>
                </a:lnTo>
                <a:cubicBezTo>
                  <a:pt x="196337" y="237727"/>
                  <a:pt x="203925" y="245315"/>
                  <a:pt x="203925" y="254708"/>
                </a:cubicBezTo>
                <a:cubicBezTo>
                  <a:pt x="203925" y="264100"/>
                  <a:pt x="196337" y="271688"/>
                  <a:pt x="186945" y="271688"/>
                </a:cubicBezTo>
                <a:lnTo>
                  <a:pt x="85062" y="271688"/>
                </a:lnTo>
                <a:cubicBezTo>
                  <a:pt x="75669" y="271688"/>
                  <a:pt x="68081" y="264100"/>
                  <a:pt x="68081" y="254708"/>
                </a:cubicBezTo>
                <a:cubicBezTo>
                  <a:pt x="68081" y="245315"/>
                  <a:pt x="75669" y="237727"/>
                  <a:pt x="85062" y="237727"/>
                </a:cubicBezTo>
                <a:lnTo>
                  <a:pt x="119023" y="237727"/>
                </a:lnTo>
                <a:lnTo>
                  <a:pt x="119023" y="198937"/>
                </a:lnTo>
                <a:cubicBezTo>
                  <a:pt x="110532" y="194851"/>
                  <a:pt x="99973" y="187263"/>
                  <a:pt x="89678" y="173307"/>
                </a:cubicBezTo>
                <a:cubicBezTo>
                  <a:pt x="79914" y="170760"/>
                  <a:pt x="69302" y="166886"/>
                  <a:pt x="58954" y="161049"/>
                </a:cubicBezTo>
                <a:cubicBezTo>
                  <a:pt x="30247" y="144971"/>
                  <a:pt x="4351" y="114671"/>
                  <a:pt x="637" y="60281"/>
                </a:cubicBezTo>
                <a:cubicBezTo>
                  <a:pt x="-371" y="45370"/>
                  <a:pt x="11780" y="33908"/>
                  <a:pt x="25630" y="33908"/>
                </a:cubicBezTo>
                <a:lnTo>
                  <a:pt x="51950" y="33908"/>
                </a:lnTo>
                <a:cubicBezTo>
                  <a:pt x="51791" y="31149"/>
                  <a:pt x="51684" y="28389"/>
                  <a:pt x="51578" y="25524"/>
                </a:cubicBezTo>
                <a:cubicBezTo>
                  <a:pt x="51048" y="11462"/>
                  <a:pt x="62509" y="-53"/>
                  <a:pt x="76571" y="-53"/>
                </a:cubicBezTo>
                <a:close/>
                <a:moveTo>
                  <a:pt x="53860" y="59432"/>
                </a:moveTo>
                <a:lnTo>
                  <a:pt x="26054" y="59432"/>
                </a:lnTo>
                <a:cubicBezTo>
                  <a:pt x="29344" y="104377"/>
                  <a:pt x="49986" y="126876"/>
                  <a:pt x="71265" y="138816"/>
                </a:cubicBezTo>
                <a:cubicBezTo>
                  <a:pt x="63624" y="119023"/>
                  <a:pt x="57309" y="93181"/>
                  <a:pt x="53860" y="59432"/>
                </a:cubicBezTo>
                <a:close/>
                <a:moveTo>
                  <a:pt x="201643" y="136269"/>
                </a:moveTo>
                <a:cubicBezTo>
                  <a:pt x="223134" y="123639"/>
                  <a:pt x="242556" y="101193"/>
                  <a:pt x="245846" y="59432"/>
                </a:cubicBezTo>
                <a:lnTo>
                  <a:pt x="218093" y="59432"/>
                </a:lnTo>
                <a:cubicBezTo>
                  <a:pt x="214803" y="91748"/>
                  <a:pt x="208860" y="116847"/>
                  <a:pt x="201643" y="13626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1471643" y="8195922"/>
            <a:ext cx="14263621" cy="362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最重要的收获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471643" y="8648735"/>
            <a:ext cx="14218340" cy="294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Microsoft 365不仅是工具，更是</a:t>
            </a:r>
            <a:r>
              <a:rPr lang="en-US" sz="1425" b="1" dirty="0">
                <a:solidFill>
                  <a:srgbClr val="3E8A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思维方式的转变</a:t>
            </a:r>
            <a:r>
              <a:rPr lang="en-US" sz="142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——从本地到云端，从单人到团队。拥抱这种变化，你将开启</a:t>
            </a:r>
            <a:r>
              <a:rPr lang="en-US" sz="1425" b="1" dirty="0">
                <a:solidFill>
                  <a:srgbClr val="4EC3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高效协作的新篇章</a:t>
            </a:r>
            <a:r>
              <a:rPr lang="en-US" sz="142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ustomonline.com/3181ad1f2d0ebcacd5ce574e38f91c766ec9fdd7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3739" b="3739"/>
          <a:stretch>
            <a:fillRect/>
          </a:stretch>
        </p:blipFill>
        <p:spPr>
          <a:xfrm>
            <a:off x="0" y="0"/>
            <a:ext cx="16256000" cy="940031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400316"/>
          </a:xfrm>
          <a:custGeom>
            <a:avLst/>
            <a:gdLst/>
            <a:ahLst/>
            <a:cxnLst/>
            <a:rect l="l" t="t" r="r" b="b"/>
            <a:pathLst>
              <a:path w="16256000" h="9400316">
                <a:moveTo>
                  <a:pt x="0" y="0"/>
                </a:moveTo>
                <a:lnTo>
                  <a:pt x="16256000" y="0"/>
                </a:lnTo>
                <a:lnTo>
                  <a:pt x="16256000" y="9400316"/>
                </a:lnTo>
                <a:lnTo>
                  <a:pt x="0" y="94003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E8ACC">
                  <a:alpha val="3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grpSp>
        <p:nvGrpSpPr>
          <p:cNvPr id="26" name="组合 25"/>
          <p:cNvGrpSpPr/>
          <p:nvPr/>
        </p:nvGrpSpPr>
        <p:grpSpPr>
          <a:xfrm>
            <a:off x="4479290" y="2243455"/>
            <a:ext cx="7569200" cy="3593465"/>
            <a:chOff x="9396" y="12319"/>
            <a:chExt cx="6788" cy="2450"/>
          </a:xfrm>
        </p:grpSpPr>
        <p:sp>
          <p:nvSpPr>
            <p:cNvPr id="23" name="Shape 20"/>
            <p:cNvSpPr/>
            <p:nvPr/>
          </p:nvSpPr>
          <p:spPr>
            <a:xfrm>
              <a:off x="9396" y="12319"/>
              <a:ext cx="6789" cy="2451"/>
            </a:xfrm>
            <a:custGeom>
              <a:avLst/>
              <a:gdLst/>
              <a:ahLst/>
              <a:cxnLst/>
              <a:rect l="l" t="t" r="r" b="b"/>
              <a:pathLst>
                <a:path w="4311052" h="1556426">
                  <a:moveTo>
                    <a:pt x="148234" y="0"/>
                  </a:moveTo>
                  <a:lnTo>
                    <a:pt x="4162818" y="0"/>
                  </a:lnTo>
                  <a:cubicBezTo>
                    <a:pt x="4244685" y="0"/>
                    <a:pt x="4311052" y="66367"/>
                    <a:pt x="4311052" y="148234"/>
                  </a:cubicBezTo>
                  <a:lnTo>
                    <a:pt x="4311052" y="1408192"/>
                  </a:lnTo>
                  <a:cubicBezTo>
                    <a:pt x="4311052" y="1490059"/>
                    <a:pt x="4244685" y="1556426"/>
                    <a:pt x="4162818" y="1556426"/>
                  </a:cubicBezTo>
                  <a:lnTo>
                    <a:pt x="148234" y="1556426"/>
                  </a:lnTo>
                  <a:cubicBezTo>
                    <a:pt x="66367" y="1556426"/>
                    <a:pt x="0" y="1490059"/>
                    <a:pt x="0" y="1408192"/>
                  </a:cubicBezTo>
                  <a:lnTo>
                    <a:pt x="0" y="148234"/>
                  </a:lnTo>
                  <a:cubicBezTo>
                    <a:pt x="0" y="66421"/>
                    <a:pt x="66421" y="0"/>
                    <a:pt x="148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8ACC">
                    <a:alpha val="20000"/>
                  </a:srgbClr>
                </a:gs>
                <a:gs pos="100000">
                  <a:srgbClr val="4EC3A1">
                    <a:alpha val="10000"/>
                  </a:srgbClr>
                </a:gs>
              </a:gsLst>
              <a:lin ang="0" scaled="1"/>
            </a:gradFill>
            <a:ln w="25400">
              <a:solidFill>
                <a:srgbClr val="4EC3A1">
                  <a:alpha val="40000"/>
                </a:srgbClr>
              </a:solidFill>
              <a:prstDash val="solid"/>
            </a:ln>
          </p:spPr>
        </p:sp>
        <p:sp>
          <p:nvSpPr>
            <p:cNvPr id="24" name="Text 21"/>
            <p:cNvSpPr/>
            <p:nvPr/>
          </p:nvSpPr>
          <p:spPr>
            <a:xfrm>
              <a:off x="10019" y="12805"/>
              <a:ext cx="5544" cy="77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9600" b="1" dirty="0">
                  <a:solidFill>
                    <a:srgbClr val="F0F2F5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谢谢观看</a:t>
              </a:r>
              <a:endParaRPr lang="en-US" sz="9600" b="1" dirty="0">
                <a:solidFill>
                  <a:srgbClr val="F0F2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10097" y="13739"/>
              <a:ext cx="5388" cy="54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3200" dirty="0">
                  <a:solidFill>
                    <a:srgbClr val="6A7B8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Thank You for Your Attention</a:t>
              </a:r>
              <a:endParaRPr lang="en-US" sz="3200" dirty="0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2122</Words>
  <Application>WPS 演示</Application>
  <PresentationFormat>On-screen Show (16:9)</PresentationFormat>
  <Paragraphs>382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MiSans</vt:lpstr>
      <vt:lpstr>MiSans</vt:lpstr>
      <vt:lpstr>得意黑</vt:lpstr>
      <vt:lpstr>得意黑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核心技能与效率提升</dc:title>
  <dc:creator>Kimi</dc:creator>
  <dc:subject>Microsoft 365 核心技能与效率提升</dc:subject>
  <cp:lastModifiedBy>L</cp:lastModifiedBy>
  <cp:revision>3</cp:revision>
  <dcterms:created xsi:type="dcterms:W3CDTF">2026-01-06T15:37:00Z</dcterms:created>
  <dcterms:modified xsi:type="dcterms:W3CDTF">2026-01-06T15:42:58Z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{"Label":"Microsoft 365 核心技能与效率提升","ContentProducer":"001191110108MACG2KBH8F10000","ProduceID":"19b93f33-b7f2-8dbc-8000-0000c3f1a96f","ReservedCode1":"","ContentPropagator":"001191110108MACG2KBH8F20000","PropagateID":"19b93f33-b7f2-8dbc-8000-0000c3f1a96f","ReservedCode2":""}</vt:lpwstr>
  </property>
  <property fmtid="{D5CDD505-2E9C-101B-9397-08002B2CF9AE}" pid="3" name="ICV">
    <vt:lpwstr>5F39B7560A0445F89E08A3A9143A320D_12</vt:lpwstr>
  </property>
  <property fmtid="{D5CDD505-2E9C-101B-9397-08002B2CF9AE}" pid="4" name="KSOProductBuildVer">
    <vt:lpwstr>2052-12.1.0.24034</vt:lpwstr>
  </property>
</Properties>
</file>